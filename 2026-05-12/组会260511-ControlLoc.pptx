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.xml" ContentType="application/vnd.openxmlformats-officedocument.presentationml.notesSlide+xml"/>
  <Override PartName="/ppt/tags/tag32.xml" ContentType="application/vnd.openxmlformats-officedocument.presentationml.tags+xml"/>
  <Override PartName="/ppt/notesSlides/notesSlide2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3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4.xml" ContentType="application/vnd.openxmlformats-officedocument.presentationml.notesSlide+xml"/>
  <Override PartName="/ppt/tags/tag41.xml" ContentType="application/vnd.openxmlformats-officedocument.presentationml.tags+xml"/>
  <Override PartName="/ppt/notesSlides/notesSlide5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6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7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8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9.xml" ContentType="application/vnd.openxmlformats-officedocument.presentationml.notesSlide+xml"/>
  <Override PartName="/ppt/tags/tag58.xml" ContentType="application/vnd.openxmlformats-officedocument.presentationml.tags+xml"/>
  <Override PartName="/ppt/notesSlides/notesSlide10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1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2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3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14.xml" ContentType="application/vnd.openxmlformats-officedocument.presentationml.notesSlide+xml"/>
  <Override PartName="/ppt/tags/tag75.xml" ContentType="application/vnd.openxmlformats-officedocument.presentationml.tags+xml"/>
  <Override PartName="/ppt/notesSlides/notesSlide15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6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17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18.xml" ContentType="application/vnd.openxmlformats-officedocument.presentationml.notesSlide+xml"/>
  <Override PartName="/ppt/tags/tag88.xml" ContentType="application/vnd.openxmlformats-officedocument.presentationml.tags+xml"/>
  <Override PartName="/ppt/notesSlides/notesSlide19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20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4"/>
  </p:notesMasterIdLst>
  <p:handoutMasterIdLst>
    <p:handoutMasterId r:id="rId25"/>
  </p:handoutMasterIdLst>
  <p:sldIdLst>
    <p:sldId id="256" r:id="rId3"/>
    <p:sldId id="258" r:id="rId4"/>
    <p:sldId id="328" r:id="rId5"/>
    <p:sldId id="344" r:id="rId6"/>
    <p:sldId id="259" r:id="rId7"/>
    <p:sldId id="316" r:id="rId8"/>
    <p:sldId id="345" r:id="rId9"/>
    <p:sldId id="347" r:id="rId10"/>
    <p:sldId id="346" r:id="rId11"/>
    <p:sldId id="331" r:id="rId12"/>
    <p:sldId id="348" r:id="rId13"/>
    <p:sldId id="332" r:id="rId14"/>
    <p:sldId id="349" r:id="rId15"/>
    <p:sldId id="350" r:id="rId16"/>
    <p:sldId id="338" r:id="rId17"/>
    <p:sldId id="339" r:id="rId18"/>
    <p:sldId id="351" r:id="rId19"/>
    <p:sldId id="353" r:id="rId20"/>
    <p:sldId id="354" r:id="rId21"/>
    <p:sldId id="355" r:id="rId22"/>
    <p:sldId id="266" r:id="rId23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8" userDrawn="1">
          <p15:clr>
            <a:srgbClr val="A4A3A4"/>
          </p15:clr>
        </p15:guide>
        <p15:guide id="2" pos="21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4769"/>
    <a:srgbClr val="FFFFFF"/>
    <a:srgbClr val="425C8A"/>
    <a:srgbClr val="ACBBDB"/>
    <a:srgbClr val="D0E1F7"/>
    <a:srgbClr val="D9D9D9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6" autoAdjust="0"/>
    <p:restoredTop sz="78271" autoAdjust="0"/>
  </p:normalViewPr>
  <p:slideViewPr>
    <p:cSldViewPr snapToGrid="0" showGuides="1">
      <p:cViewPr varScale="1">
        <p:scale>
          <a:sx n="128" d="100"/>
          <a:sy n="128" d="100"/>
        </p:scale>
        <p:origin x="1496" y="68"/>
      </p:cViewPr>
      <p:guideLst>
        <p:guide orient="horz" pos="1028"/>
        <p:guide pos="219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D C" userId="0d18cc71d923e2ec" providerId="LiveId" clId="{8F9E2B9C-6BA7-4603-89FE-AE3D56D5EE9B}"/>
    <pc:docChg chg="undo redo custSel addSld delSld modSld sldOrd">
      <pc:chgData name="YD C" userId="0d18cc71d923e2ec" providerId="LiveId" clId="{8F9E2B9C-6BA7-4603-89FE-AE3D56D5EE9B}" dt="2026-05-11T11:07:18.818" v="2114" actId="20577"/>
      <pc:docMkLst>
        <pc:docMk/>
      </pc:docMkLst>
      <pc:sldChg chg="modSp mod">
        <pc:chgData name="YD C" userId="0d18cc71d923e2ec" providerId="LiveId" clId="{8F9E2B9C-6BA7-4603-89FE-AE3D56D5EE9B}" dt="2026-05-11T04:09:49.750" v="26" actId="20577"/>
        <pc:sldMkLst>
          <pc:docMk/>
          <pc:sldMk cId="0" sldId="256"/>
        </pc:sldMkLst>
        <pc:spChg chg="mod">
          <ac:chgData name="YD C" userId="0d18cc71d923e2ec" providerId="LiveId" clId="{8F9E2B9C-6BA7-4603-89FE-AE3D56D5EE9B}" dt="2026-05-11T04:09:49.750" v="26" actId="20577"/>
          <ac:spMkLst>
            <pc:docMk/>
            <pc:sldMk cId="0" sldId="256"/>
            <ac:spMk id="8" creationId="{F2AA5355-01CF-4E28-A3F4-40D98DE9EA27}"/>
          </ac:spMkLst>
        </pc:spChg>
        <pc:spChg chg="mod">
          <ac:chgData name="YD C" userId="0d18cc71d923e2ec" providerId="LiveId" clId="{8F9E2B9C-6BA7-4603-89FE-AE3D56D5EE9B}" dt="2026-05-11T04:05:25.656" v="21" actId="1076"/>
          <ac:spMkLst>
            <pc:docMk/>
            <pc:sldMk cId="0" sldId="256"/>
            <ac:spMk id="30" creationId="{00000000-0000-0000-0000-000000000000}"/>
          </ac:spMkLst>
        </pc:spChg>
      </pc:sldChg>
      <pc:sldChg chg="modSp mod">
        <pc:chgData name="YD C" userId="0d18cc71d923e2ec" providerId="LiveId" clId="{8F9E2B9C-6BA7-4603-89FE-AE3D56D5EE9B}" dt="2026-05-11T05:50:29.906" v="610" actId="20577"/>
        <pc:sldMkLst>
          <pc:docMk/>
          <pc:sldMk cId="0" sldId="258"/>
        </pc:sldMkLst>
        <pc:spChg chg="mod">
          <ac:chgData name="YD C" userId="0d18cc71d923e2ec" providerId="LiveId" clId="{8F9E2B9C-6BA7-4603-89FE-AE3D56D5EE9B}" dt="2026-05-11T05:50:29.906" v="610" actId="20577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YD C" userId="0d18cc71d923e2ec" providerId="LiveId" clId="{8F9E2B9C-6BA7-4603-89FE-AE3D56D5EE9B}" dt="2026-05-11T06:13:35.135" v="664" actId="14100"/>
        <pc:sldMkLst>
          <pc:docMk/>
          <pc:sldMk cId="0" sldId="259"/>
        </pc:sldMkLst>
        <pc:spChg chg="mod">
          <ac:chgData name="YD C" userId="0d18cc71d923e2ec" providerId="LiveId" clId="{8F9E2B9C-6BA7-4603-89FE-AE3D56D5EE9B}" dt="2026-05-11T06:13:35.135" v="664" actId="14100"/>
          <ac:spMkLst>
            <pc:docMk/>
            <pc:sldMk cId="0" sldId="259"/>
            <ac:spMk id="10" creationId="{00000000-0000-0000-0000-000000000000}"/>
          </ac:spMkLst>
        </pc:spChg>
      </pc:sldChg>
      <pc:sldChg chg="addSp delSp modSp mod modNotesTx">
        <pc:chgData name="YD C" userId="0d18cc71d923e2ec" providerId="LiveId" clId="{8F9E2B9C-6BA7-4603-89FE-AE3D56D5EE9B}" dt="2026-05-11T08:56:04.363" v="1331" actId="1076"/>
        <pc:sldMkLst>
          <pc:docMk/>
          <pc:sldMk cId="0" sldId="316"/>
        </pc:sldMkLst>
        <pc:spChg chg="mod">
          <ac:chgData name="YD C" userId="0d18cc71d923e2ec" providerId="LiveId" clId="{8F9E2B9C-6BA7-4603-89FE-AE3D56D5EE9B}" dt="2026-05-11T08:56:04.363" v="1331" actId="1076"/>
          <ac:spMkLst>
            <pc:docMk/>
            <pc:sldMk cId="0" sldId="316"/>
            <ac:spMk id="2" creationId="{8410A983-37E3-D3D9-A271-0B5BDD103C7C}"/>
          </ac:spMkLst>
        </pc:spChg>
        <pc:spChg chg="mod">
          <ac:chgData name="YD C" userId="0d18cc71d923e2ec" providerId="LiveId" clId="{8F9E2B9C-6BA7-4603-89FE-AE3D56D5EE9B}" dt="2026-05-11T06:57:03.850" v="942" actId="14100"/>
          <ac:spMkLst>
            <pc:docMk/>
            <pc:sldMk cId="0" sldId="316"/>
            <ac:spMk id="10" creationId="{00000000-0000-0000-0000-000000000000}"/>
          </ac:spMkLst>
        </pc:spChg>
        <pc:picChg chg="del">
          <ac:chgData name="YD C" userId="0d18cc71d923e2ec" providerId="LiveId" clId="{8F9E2B9C-6BA7-4603-89FE-AE3D56D5EE9B}" dt="2026-05-11T04:35:35.365" v="562" actId="478"/>
          <ac:picMkLst>
            <pc:docMk/>
            <pc:sldMk cId="0" sldId="316"/>
            <ac:picMk id="6" creationId="{37EDFAE7-6F70-4BFE-2539-93CA13F97749}"/>
          </ac:picMkLst>
        </pc:picChg>
        <pc:picChg chg="add del mod">
          <ac:chgData name="YD C" userId="0d18cc71d923e2ec" providerId="LiveId" clId="{8F9E2B9C-6BA7-4603-89FE-AE3D56D5EE9B}" dt="2026-05-11T06:13:43.364" v="675" actId="478"/>
          <ac:picMkLst>
            <pc:docMk/>
            <pc:sldMk cId="0" sldId="316"/>
            <ac:picMk id="7" creationId="{91AB1C64-3479-4DAE-BCCC-C1D330BAF66E}"/>
          </ac:picMkLst>
        </pc:picChg>
        <pc:picChg chg="add mod">
          <ac:chgData name="YD C" userId="0d18cc71d923e2ec" providerId="LiveId" clId="{8F9E2B9C-6BA7-4603-89FE-AE3D56D5EE9B}" dt="2026-05-11T06:21:20.885" v="754" actId="1076"/>
          <ac:picMkLst>
            <pc:docMk/>
            <pc:sldMk cId="0" sldId="316"/>
            <ac:picMk id="9" creationId="{030EC6A0-C8F9-4DA2-BD84-2D0008D80EEF}"/>
          </ac:picMkLst>
        </pc:picChg>
        <pc:picChg chg="add mod modCrop">
          <ac:chgData name="YD C" userId="0d18cc71d923e2ec" providerId="LiveId" clId="{8F9E2B9C-6BA7-4603-89FE-AE3D56D5EE9B}" dt="2026-05-11T06:22:10.649" v="762" actId="1076"/>
          <ac:picMkLst>
            <pc:docMk/>
            <pc:sldMk cId="0" sldId="316"/>
            <ac:picMk id="13" creationId="{0095D571-B21A-480A-B27A-A723497BFFCE}"/>
          </ac:picMkLst>
        </pc:picChg>
        <pc:picChg chg="add mod">
          <ac:chgData name="YD C" userId="0d18cc71d923e2ec" providerId="LiveId" clId="{8F9E2B9C-6BA7-4603-89FE-AE3D56D5EE9B}" dt="2026-05-11T06:24:06.418" v="767" actId="1076"/>
          <ac:picMkLst>
            <pc:docMk/>
            <pc:sldMk cId="0" sldId="316"/>
            <ac:picMk id="15" creationId="{4F2E3592-131C-44C4-A375-26929754CB7D}"/>
          </ac:picMkLst>
        </pc:picChg>
        <pc:picChg chg="add mod">
          <ac:chgData name="YD C" userId="0d18cc71d923e2ec" providerId="LiveId" clId="{8F9E2B9C-6BA7-4603-89FE-AE3D56D5EE9B}" dt="2026-05-11T06:24:28.552" v="772" actId="1076"/>
          <ac:picMkLst>
            <pc:docMk/>
            <pc:sldMk cId="0" sldId="316"/>
            <ac:picMk id="17" creationId="{4A543CAC-6ABF-41F8-B753-D582D6C93CC6}"/>
          </ac:picMkLst>
        </pc:picChg>
      </pc:sldChg>
      <pc:sldChg chg="del">
        <pc:chgData name="YD C" userId="0d18cc71d923e2ec" providerId="LiveId" clId="{8F9E2B9C-6BA7-4603-89FE-AE3D56D5EE9B}" dt="2026-05-11T04:03:42.784" v="11" actId="47"/>
        <pc:sldMkLst>
          <pc:docMk/>
          <pc:sldMk cId="3625963132" sldId="326"/>
        </pc:sldMkLst>
      </pc:sldChg>
      <pc:sldChg chg="delSp del">
        <pc:chgData name="YD C" userId="0d18cc71d923e2ec" providerId="LiveId" clId="{8F9E2B9C-6BA7-4603-89FE-AE3D56D5EE9B}" dt="2026-05-11T04:03:42.870" v="12" actId="47"/>
        <pc:sldMkLst>
          <pc:docMk/>
          <pc:sldMk cId="3310343029" sldId="327"/>
        </pc:sldMkLst>
        <pc:picChg chg="del">
          <ac:chgData name="YD C" userId="0d18cc71d923e2ec" providerId="LiveId" clId="{8F9E2B9C-6BA7-4603-89FE-AE3D56D5EE9B}" dt="2026-05-11T04:02:10.260" v="10" actId="478"/>
          <ac:picMkLst>
            <pc:docMk/>
            <pc:sldMk cId="3310343029" sldId="327"/>
            <ac:picMk id="1026" creationId="{7B299870-6C99-4B1C-9E9A-5F0F9C8B7141}"/>
          </ac:picMkLst>
        </pc:picChg>
      </pc:sldChg>
      <pc:sldChg chg="modSp mod">
        <pc:chgData name="YD C" userId="0d18cc71d923e2ec" providerId="LiveId" clId="{8F9E2B9C-6BA7-4603-89FE-AE3D56D5EE9B}" dt="2026-05-11T08:56:19.492" v="1341"/>
        <pc:sldMkLst>
          <pc:docMk/>
          <pc:sldMk cId="3097406604" sldId="328"/>
        </pc:sldMkLst>
        <pc:spChg chg="mod">
          <ac:chgData name="YD C" userId="0d18cc71d923e2ec" providerId="LiveId" clId="{8F9E2B9C-6BA7-4603-89FE-AE3D56D5EE9B}" dt="2026-05-11T05:30:35.789" v="595"/>
          <ac:spMkLst>
            <pc:docMk/>
            <pc:sldMk cId="3097406604" sldId="328"/>
            <ac:spMk id="10" creationId="{00000000-0000-0000-0000-000000000000}"/>
          </ac:spMkLst>
        </pc:spChg>
        <pc:spChg chg="mod">
          <ac:chgData name="YD C" userId="0d18cc71d923e2ec" providerId="LiveId" clId="{8F9E2B9C-6BA7-4603-89FE-AE3D56D5EE9B}" dt="2026-05-11T08:56:19.492" v="1341"/>
          <ac:spMkLst>
            <pc:docMk/>
            <pc:sldMk cId="3097406604" sldId="328"/>
            <ac:spMk id="13" creationId="{7C03CC48-1FCA-46CD-9997-3EB0AE077AAB}"/>
          </ac:spMkLst>
        </pc:spChg>
        <pc:spChg chg="mod">
          <ac:chgData name="YD C" userId="0d18cc71d923e2ec" providerId="LiveId" clId="{8F9E2B9C-6BA7-4603-89FE-AE3D56D5EE9B}" dt="2026-05-11T05:10:52.829" v="582" actId="20577"/>
          <ac:spMkLst>
            <pc:docMk/>
            <pc:sldMk cId="3097406604" sldId="328"/>
            <ac:spMk id="50" creationId="{00000000-0000-0000-0000-000000000000}"/>
          </ac:spMkLst>
        </pc:spChg>
      </pc:sldChg>
      <pc:sldChg chg="del">
        <pc:chgData name="YD C" userId="0d18cc71d923e2ec" providerId="LiveId" clId="{8F9E2B9C-6BA7-4603-89FE-AE3D56D5EE9B}" dt="2026-05-11T06:07:08.872" v="624" actId="47"/>
        <pc:sldMkLst>
          <pc:docMk/>
          <pc:sldMk cId="3768994228" sldId="329"/>
        </pc:sldMkLst>
      </pc:sldChg>
      <pc:sldChg chg="del">
        <pc:chgData name="YD C" userId="0d18cc71d923e2ec" providerId="LiveId" clId="{8F9E2B9C-6BA7-4603-89FE-AE3D56D5EE9B}" dt="2026-05-11T06:07:12.671" v="625" actId="47"/>
        <pc:sldMkLst>
          <pc:docMk/>
          <pc:sldMk cId="3257280993" sldId="330"/>
        </pc:sldMkLst>
      </pc:sldChg>
      <pc:sldChg chg="modSp mod">
        <pc:chgData name="YD C" userId="0d18cc71d923e2ec" providerId="LiveId" clId="{8F9E2B9C-6BA7-4603-89FE-AE3D56D5EE9B}" dt="2026-05-11T09:15:04.755" v="1467" actId="14100"/>
        <pc:sldMkLst>
          <pc:docMk/>
          <pc:sldMk cId="1230229689" sldId="331"/>
        </pc:sldMkLst>
        <pc:spChg chg="mod">
          <ac:chgData name="YD C" userId="0d18cc71d923e2ec" providerId="LiveId" clId="{8F9E2B9C-6BA7-4603-89FE-AE3D56D5EE9B}" dt="2026-05-11T09:15:04.755" v="1467" actId="14100"/>
          <ac:spMkLst>
            <pc:docMk/>
            <pc:sldMk cId="1230229689" sldId="331"/>
            <ac:spMk id="10" creationId="{00000000-0000-0000-0000-000000000000}"/>
          </ac:spMkLst>
        </pc:spChg>
      </pc:sldChg>
      <pc:sldChg chg="addSp delSp modSp mod modNotesTx">
        <pc:chgData name="YD C" userId="0d18cc71d923e2ec" providerId="LiveId" clId="{8F9E2B9C-6BA7-4603-89FE-AE3D56D5EE9B}" dt="2026-05-11T10:38:02.862" v="1807" actId="20577"/>
        <pc:sldMkLst>
          <pc:docMk/>
          <pc:sldMk cId="1558424783" sldId="332"/>
        </pc:sldMkLst>
        <pc:spChg chg="add mod">
          <ac:chgData name="YD C" userId="0d18cc71d923e2ec" providerId="LiveId" clId="{8F9E2B9C-6BA7-4603-89FE-AE3D56D5EE9B}" dt="2026-05-11T09:27:39.762" v="1626" actId="20577"/>
          <ac:spMkLst>
            <pc:docMk/>
            <pc:sldMk cId="1558424783" sldId="332"/>
            <ac:spMk id="13" creationId="{C8588FCC-F06A-4BDB-BFAF-4A98F16C2D3D}"/>
          </ac:spMkLst>
        </pc:spChg>
        <pc:graphicFrameChg chg="add del mod">
          <ac:chgData name="YD C" userId="0d18cc71d923e2ec" providerId="LiveId" clId="{8F9E2B9C-6BA7-4603-89FE-AE3D56D5EE9B}" dt="2026-05-11T09:27:10.203" v="1568"/>
          <ac:graphicFrameMkLst>
            <pc:docMk/>
            <pc:sldMk cId="1558424783" sldId="332"/>
            <ac:graphicFrameMk id="7" creationId="{AB6185F9-A104-4EAD-B27C-840B189E29C8}"/>
          </ac:graphicFrameMkLst>
        </pc:graphicFrameChg>
        <pc:graphicFrameChg chg="add del mod">
          <ac:chgData name="YD C" userId="0d18cc71d923e2ec" providerId="LiveId" clId="{8F9E2B9C-6BA7-4603-89FE-AE3D56D5EE9B}" dt="2026-05-11T09:27:10.203" v="1568"/>
          <ac:graphicFrameMkLst>
            <pc:docMk/>
            <pc:sldMk cId="1558424783" sldId="332"/>
            <ac:graphicFrameMk id="8" creationId="{1D6DFE42-6D7F-4D1C-9860-7B302565F645}"/>
          </ac:graphicFrameMkLst>
        </pc:graphicFrameChg>
        <pc:picChg chg="add mod">
          <ac:chgData name="YD C" userId="0d18cc71d923e2ec" providerId="LiveId" clId="{8F9E2B9C-6BA7-4603-89FE-AE3D56D5EE9B}" dt="2026-05-11T09:27:45.646" v="1628" actId="1076"/>
          <ac:picMkLst>
            <pc:docMk/>
            <pc:sldMk cId="1558424783" sldId="332"/>
            <ac:picMk id="5" creationId="{F04F8BEF-7707-45A3-9AAC-6035828668EB}"/>
          </ac:picMkLst>
        </pc:picChg>
        <pc:picChg chg="del">
          <ac:chgData name="YD C" userId="0d18cc71d923e2ec" providerId="LiveId" clId="{8F9E2B9C-6BA7-4603-89FE-AE3D56D5EE9B}" dt="2026-05-11T09:12:24.306" v="1452" actId="478"/>
          <ac:picMkLst>
            <pc:docMk/>
            <pc:sldMk cId="1558424783" sldId="332"/>
            <ac:picMk id="6" creationId="{61EC6866-022B-4626-B794-9F27CAAAB401}"/>
          </ac:picMkLst>
        </pc:picChg>
      </pc:sldChg>
      <pc:sldChg chg="del">
        <pc:chgData name="YD C" userId="0d18cc71d923e2ec" providerId="LiveId" clId="{8F9E2B9C-6BA7-4603-89FE-AE3D56D5EE9B}" dt="2026-05-11T09:28:17.130" v="1630" actId="47"/>
        <pc:sldMkLst>
          <pc:docMk/>
          <pc:sldMk cId="3479466854" sldId="333"/>
        </pc:sldMkLst>
      </pc:sldChg>
      <pc:sldChg chg="del">
        <pc:chgData name="YD C" userId="0d18cc71d923e2ec" providerId="LiveId" clId="{8F9E2B9C-6BA7-4603-89FE-AE3D56D5EE9B}" dt="2026-05-11T09:28:19.054" v="1631" actId="47"/>
        <pc:sldMkLst>
          <pc:docMk/>
          <pc:sldMk cId="2070729498" sldId="334"/>
        </pc:sldMkLst>
      </pc:sldChg>
      <pc:sldChg chg="del">
        <pc:chgData name="YD C" userId="0d18cc71d923e2ec" providerId="LiveId" clId="{8F9E2B9C-6BA7-4603-89FE-AE3D56D5EE9B}" dt="2026-05-11T09:28:21.197" v="1634" actId="47"/>
        <pc:sldMkLst>
          <pc:docMk/>
          <pc:sldMk cId="1151977733" sldId="335"/>
        </pc:sldMkLst>
      </pc:sldChg>
      <pc:sldChg chg="del">
        <pc:chgData name="YD C" userId="0d18cc71d923e2ec" providerId="LiveId" clId="{8F9E2B9C-6BA7-4603-89FE-AE3D56D5EE9B}" dt="2026-05-11T09:28:20.098" v="1632" actId="47"/>
        <pc:sldMkLst>
          <pc:docMk/>
          <pc:sldMk cId="3223374436" sldId="336"/>
        </pc:sldMkLst>
      </pc:sldChg>
      <pc:sldChg chg="del">
        <pc:chgData name="YD C" userId="0d18cc71d923e2ec" providerId="LiveId" clId="{8F9E2B9C-6BA7-4603-89FE-AE3D56D5EE9B}" dt="2026-05-11T09:28:20.491" v="1633" actId="47"/>
        <pc:sldMkLst>
          <pc:docMk/>
          <pc:sldMk cId="1581381995" sldId="337"/>
        </pc:sldMkLst>
      </pc:sldChg>
      <pc:sldChg chg="addSp modSp mod modNotesTx">
        <pc:chgData name="YD C" userId="0d18cc71d923e2ec" providerId="LiveId" clId="{8F9E2B9C-6BA7-4603-89FE-AE3D56D5EE9B}" dt="2026-05-11T10:43:36.225" v="1852"/>
        <pc:sldMkLst>
          <pc:docMk/>
          <pc:sldMk cId="1856715736" sldId="339"/>
        </pc:sldMkLst>
        <pc:spChg chg="mod">
          <ac:chgData name="YD C" userId="0d18cc71d923e2ec" providerId="LiveId" clId="{8F9E2B9C-6BA7-4603-89FE-AE3D56D5EE9B}" dt="2026-05-11T10:42:19.836" v="1839" actId="20577"/>
          <ac:spMkLst>
            <pc:docMk/>
            <pc:sldMk cId="1856715736" sldId="339"/>
            <ac:spMk id="11" creationId="{4B7EA793-4E7A-4F6E-9BE2-6191CC9F59A7}"/>
          </ac:spMkLst>
        </pc:spChg>
        <pc:picChg chg="add mod">
          <ac:chgData name="YD C" userId="0d18cc71d923e2ec" providerId="LiveId" clId="{8F9E2B9C-6BA7-4603-89FE-AE3D56D5EE9B}" dt="2026-05-11T10:42:32.311" v="1842" actId="1076"/>
          <ac:picMkLst>
            <pc:docMk/>
            <pc:sldMk cId="1856715736" sldId="339"/>
            <ac:picMk id="5" creationId="{9CAE6E88-98C6-496F-BBB4-4988D46559CA}"/>
          </ac:picMkLst>
        </pc:picChg>
      </pc:sldChg>
      <pc:sldChg chg="del">
        <pc:chgData name="YD C" userId="0d18cc71d923e2ec" providerId="LiveId" clId="{8F9E2B9C-6BA7-4603-89FE-AE3D56D5EE9B}" dt="2026-05-11T09:28:27.996" v="1638" actId="47"/>
        <pc:sldMkLst>
          <pc:docMk/>
          <pc:sldMk cId="1202553649" sldId="340"/>
        </pc:sldMkLst>
      </pc:sldChg>
      <pc:sldChg chg="del">
        <pc:chgData name="YD C" userId="0d18cc71d923e2ec" providerId="LiveId" clId="{8F9E2B9C-6BA7-4603-89FE-AE3D56D5EE9B}" dt="2026-05-11T09:28:22.712" v="1635" actId="47"/>
        <pc:sldMkLst>
          <pc:docMk/>
          <pc:sldMk cId="4287681354" sldId="341"/>
        </pc:sldMkLst>
      </pc:sldChg>
      <pc:sldChg chg="del">
        <pc:chgData name="YD C" userId="0d18cc71d923e2ec" providerId="LiveId" clId="{8F9E2B9C-6BA7-4603-89FE-AE3D56D5EE9B}" dt="2026-05-11T09:28:27.211" v="1637" actId="47"/>
        <pc:sldMkLst>
          <pc:docMk/>
          <pc:sldMk cId="1034909017" sldId="342"/>
        </pc:sldMkLst>
      </pc:sldChg>
      <pc:sldChg chg="del">
        <pc:chgData name="YD C" userId="0d18cc71d923e2ec" providerId="LiveId" clId="{8F9E2B9C-6BA7-4603-89FE-AE3D56D5EE9B}" dt="2026-05-11T09:28:26.148" v="1636" actId="47"/>
        <pc:sldMkLst>
          <pc:docMk/>
          <pc:sldMk cId="3201421144" sldId="343"/>
        </pc:sldMkLst>
      </pc:sldChg>
      <pc:sldChg chg="modSp add mod">
        <pc:chgData name="YD C" userId="0d18cc71d923e2ec" providerId="LiveId" clId="{8F9E2B9C-6BA7-4603-89FE-AE3D56D5EE9B}" dt="2026-05-11T08:56:14.328" v="1336" actId="113"/>
        <pc:sldMkLst>
          <pc:docMk/>
          <pc:sldMk cId="503043255" sldId="344"/>
        </pc:sldMkLst>
        <pc:spChg chg="mod">
          <ac:chgData name="YD C" userId="0d18cc71d923e2ec" providerId="LiveId" clId="{8F9E2B9C-6BA7-4603-89FE-AE3D56D5EE9B}" dt="2026-05-11T05:30:46.455" v="599"/>
          <ac:spMkLst>
            <pc:docMk/>
            <pc:sldMk cId="503043255" sldId="344"/>
            <ac:spMk id="10" creationId="{00000000-0000-0000-0000-000000000000}"/>
          </ac:spMkLst>
        </pc:spChg>
        <pc:spChg chg="mod">
          <ac:chgData name="YD C" userId="0d18cc71d923e2ec" providerId="LiveId" clId="{8F9E2B9C-6BA7-4603-89FE-AE3D56D5EE9B}" dt="2026-05-11T08:56:14.328" v="1336" actId="113"/>
          <ac:spMkLst>
            <pc:docMk/>
            <pc:sldMk cId="503043255" sldId="344"/>
            <ac:spMk id="13" creationId="{7C03CC48-1FCA-46CD-9997-3EB0AE077AAB}"/>
          </ac:spMkLst>
        </pc:spChg>
        <pc:spChg chg="mod">
          <ac:chgData name="YD C" userId="0d18cc71d923e2ec" providerId="LiveId" clId="{8F9E2B9C-6BA7-4603-89FE-AE3D56D5EE9B}" dt="2026-05-11T05:10:56.048" v="584" actId="20577"/>
          <ac:spMkLst>
            <pc:docMk/>
            <pc:sldMk cId="503043255" sldId="344"/>
            <ac:spMk id="50" creationId="{00000000-0000-0000-0000-000000000000}"/>
          </ac:spMkLst>
        </pc:spChg>
      </pc:sldChg>
      <pc:sldChg chg="delSp modSp add mod ord">
        <pc:chgData name="YD C" userId="0d18cc71d923e2ec" providerId="LiveId" clId="{8F9E2B9C-6BA7-4603-89FE-AE3D56D5EE9B}" dt="2026-05-11T08:55:52.960" v="1328"/>
        <pc:sldMkLst>
          <pc:docMk/>
          <pc:sldMk cId="2970763099" sldId="345"/>
        </pc:sldMkLst>
        <pc:spChg chg="mod">
          <ac:chgData name="YD C" userId="0d18cc71d923e2ec" providerId="LiveId" clId="{8F9E2B9C-6BA7-4603-89FE-AE3D56D5EE9B}" dt="2026-05-11T08:55:52.960" v="1328"/>
          <ac:spMkLst>
            <pc:docMk/>
            <pc:sldMk cId="2970763099" sldId="345"/>
            <ac:spMk id="2" creationId="{8410A983-37E3-D3D9-A271-0B5BDD103C7C}"/>
          </ac:spMkLst>
        </pc:spChg>
        <pc:spChg chg="mod">
          <ac:chgData name="YD C" userId="0d18cc71d923e2ec" providerId="LiveId" clId="{8F9E2B9C-6BA7-4603-89FE-AE3D56D5EE9B}" dt="2026-05-11T06:57:36.137" v="957" actId="20577"/>
          <ac:spMkLst>
            <pc:docMk/>
            <pc:sldMk cId="2970763099" sldId="345"/>
            <ac:spMk id="10" creationId="{00000000-0000-0000-0000-000000000000}"/>
          </ac:spMkLst>
        </pc:spChg>
        <pc:picChg chg="del">
          <ac:chgData name="YD C" userId="0d18cc71d923e2ec" providerId="LiveId" clId="{8F9E2B9C-6BA7-4603-89FE-AE3D56D5EE9B}" dt="2026-05-11T06:35:18.558" v="789" actId="478"/>
          <ac:picMkLst>
            <pc:docMk/>
            <pc:sldMk cId="2970763099" sldId="345"/>
            <ac:picMk id="7" creationId="{91AB1C64-3479-4DAE-BCCC-C1D330BAF66E}"/>
          </ac:picMkLst>
        </pc:picChg>
      </pc:sldChg>
      <pc:sldChg chg="delSp modSp add mod">
        <pc:chgData name="YD C" userId="0d18cc71d923e2ec" providerId="LiveId" clId="{8F9E2B9C-6BA7-4603-89FE-AE3D56D5EE9B}" dt="2026-05-11T08:55:32.802" v="1303"/>
        <pc:sldMkLst>
          <pc:docMk/>
          <pc:sldMk cId="1004968136" sldId="346"/>
        </pc:sldMkLst>
        <pc:spChg chg="mod">
          <ac:chgData name="YD C" userId="0d18cc71d923e2ec" providerId="LiveId" clId="{8F9E2B9C-6BA7-4603-89FE-AE3D56D5EE9B}" dt="2026-05-11T08:55:32.802" v="1303"/>
          <ac:spMkLst>
            <pc:docMk/>
            <pc:sldMk cId="1004968136" sldId="346"/>
            <ac:spMk id="2" creationId="{8410A983-37E3-D3D9-A271-0B5BDD103C7C}"/>
          </ac:spMkLst>
        </pc:spChg>
        <pc:spChg chg="mod">
          <ac:chgData name="YD C" userId="0d18cc71d923e2ec" providerId="LiveId" clId="{8F9E2B9C-6BA7-4603-89FE-AE3D56D5EE9B}" dt="2026-05-11T07:34:40.080" v="1172" actId="20577"/>
          <ac:spMkLst>
            <pc:docMk/>
            <pc:sldMk cId="1004968136" sldId="346"/>
            <ac:spMk id="10" creationId="{00000000-0000-0000-0000-000000000000}"/>
          </ac:spMkLst>
        </pc:spChg>
        <pc:picChg chg="del">
          <ac:chgData name="YD C" userId="0d18cc71d923e2ec" providerId="LiveId" clId="{8F9E2B9C-6BA7-4603-89FE-AE3D56D5EE9B}" dt="2026-05-11T07:03:14.704" v="1087" actId="478"/>
          <ac:picMkLst>
            <pc:docMk/>
            <pc:sldMk cId="1004968136" sldId="346"/>
            <ac:picMk id="7" creationId="{91AB1C64-3479-4DAE-BCCC-C1D330BAF66E}"/>
          </ac:picMkLst>
        </pc:picChg>
      </pc:sldChg>
      <pc:sldChg chg="modSp add mod">
        <pc:chgData name="YD C" userId="0d18cc71d923e2ec" providerId="LiveId" clId="{8F9E2B9C-6BA7-4603-89FE-AE3D56D5EE9B}" dt="2026-05-11T08:55:50.378" v="1326"/>
        <pc:sldMkLst>
          <pc:docMk/>
          <pc:sldMk cId="3151242485" sldId="347"/>
        </pc:sldMkLst>
        <pc:spChg chg="mod">
          <ac:chgData name="YD C" userId="0d18cc71d923e2ec" providerId="LiveId" clId="{8F9E2B9C-6BA7-4603-89FE-AE3D56D5EE9B}" dt="2026-05-11T08:55:50.378" v="1326"/>
          <ac:spMkLst>
            <pc:docMk/>
            <pc:sldMk cId="3151242485" sldId="347"/>
            <ac:spMk id="2" creationId="{8410A983-37E3-D3D9-A271-0B5BDD103C7C}"/>
          </ac:spMkLst>
        </pc:spChg>
        <pc:spChg chg="mod">
          <ac:chgData name="YD C" userId="0d18cc71d923e2ec" providerId="LiveId" clId="{8F9E2B9C-6BA7-4603-89FE-AE3D56D5EE9B}" dt="2026-05-11T06:57:48.878" v="964" actId="14100"/>
          <ac:spMkLst>
            <pc:docMk/>
            <pc:sldMk cId="3151242485" sldId="347"/>
            <ac:spMk id="10" creationId="{00000000-0000-0000-0000-000000000000}"/>
          </ac:spMkLst>
        </pc:spChg>
      </pc:sldChg>
      <pc:sldChg chg="modSp add mod ord">
        <pc:chgData name="YD C" userId="0d18cc71d923e2ec" providerId="LiveId" clId="{8F9E2B9C-6BA7-4603-89FE-AE3D56D5EE9B}" dt="2026-05-11T08:57:18.544" v="1451" actId="20577"/>
        <pc:sldMkLst>
          <pc:docMk/>
          <pc:sldMk cId="2208558822" sldId="348"/>
        </pc:sldMkLst>
        <pc:spChg chg="mod">
          <ac:chgData name="YD C" userId="0d18cc71d923e2ec" providerId="LiveId" clId="{8F9E2B9C-6BA7-4603-89FE-AE3D56D5EE9B}" dt="2026-05-11T08:57:18.544" v="1451" actId="20577"/>
          <ac:spMkLst>
            <pc:docMk/>
            <pc:sldMk cId="2208558822" sldId="348"/>
            <ac:spMk id="2" creationId="{8410A983-37E3-D3D9-A271-0B5BDD103C7C}"/>
          </ac:spMkLst>
        </pc:spChg>
        <pc:spChg chg="mod">
          <ac:chgData name="YD C" userId="0d18cc71d923e2ec" providerId="LiveId" clId="{8F9E2B9C-6BA7-4603-89FE-AE3D56D5EE9B}" dt="2026-05-11T08:53:54.879" v="1239" actId="20577"/>
          <ac:spMkLst>
            <pc:docMk/>
            <pc:sldMk cId="2208558822" sldId="348"/>
            <ac:spMk id="10" creationId="{00000000-0000-0000-0000-000000000000}"/>
          </ac:spMkLst>
        </pc:spChg>
        <pc:spChg chg="mod">
          <ac:chgData name="YD C" userId="0d18cc71d923e2ec" providerId="LiveId" clId="{8F9E2B9C-6BA7-4603-89FE-AE3D56D5EE9B}" dt="2026-05-11T08:53:47.813" v="1228" actId="20577"/>
          <ac:spMkLst>
            <pc:docMk/>
            <pc:sldMk cId="2208558822" sldId="348"/>
            <ac:spMk id="50" creationId="{00000000-0000-0000-0000-000000000000}"/>
          </ac:spMkLst>
        </pc:spChg>
        <pc:picChg chg="mod">
          <ac:chgData name="YD C" userId="0d18cc71d923e2ec" providerId="LiveId" clId="{8F9E2B9C-6BA7-4603-89FE-AE3D56D5EE9B}" dt="2026-05-11T08:56:29.876" v="1342" actId="14100"/>
          <ac:picMkLst>
            <pc:docMk/>
            <pc:sldMk cId="2208558822" sldId="348"/>
            <ac:picMk id="7" creationId="{91AB1C64-3479-4DAE-BCCC-C1D330BAF66E}"/>
          </ac:picMkLst>
        </pc:picChg>
      </pc:sldChg>
      <pc:sldChg chg="addSp delSp modSp add mod">
        <pc:chgData name="YD C" userId="0d18cc71d923e2ec" providerId="LiveId" clId="{8F9E2B9C-6BA7-4603-89FE-AE3D56D5EE9B}" dt="2026-05-11T10:33:56.051" v="1790" actId="1076"/>
        <pc:sldMkLst>
          <pc:docMk/>
          <pc:sldMk cId="258086066" sldId="349"/>
        </pc:sldMkLst>
        <pc:spChg chg="mod">
          <ac:chgData name="YD C" userId="0d18cc71d923e2ec" providerId="LiveId" clId="{8F9E2B9C-6BA7-4603-89FE-AE3D56D5EE9B}" dt="2026-05-11T09:45:42.493" v="1691" actId="20577"/>
          <ac:spMkLst>
            <pc:docMk/>
            <pc:sldMk cId="258086066" sldId="349"/>
            <ac:spMk id="10" creationId="{00000000-0000-0000-0000-000000000000}"/>
          </ac:spMkLst>
        </pc:spChg>
        <pc:spChg chg="mod">
          <ac:chgData name="YD C" userId="0d18cc71d923e2ec" providerId="LiveId" clId="{8F9E2B9C-6BA7-4603-89FE-AE3D56D5EE9B}" dt="2026-05-11T10:28:07.965" v="1714"/>
          <ac:spMkLst>
            <pc:docMk/>
            <pc:sldMk cId="258086066" sldId="349"/>
            <ac:spMk id="13" creationId="{C8588FCC-F06A-4BDB-BFAF-4A98F16C2D3D}"/>
          </ac:spMkLst>
        </pc:spChg>
        <pc:picChg chg="del">
          <ac:chgData name="YD C" userId="0d18cc71d923e2ec" providerId="LiveId" clId="{8F9E2B9C-6BA7-4603-89FE-AE3D56D5EE9B}" dt="2026-05-11T09:29:17.431" v="1639" actId="478"/>
          <ac:picMkLst>
            <pc:docMk/>
            <pc:sldMk cId="258086066" sldId="349"/>
            <ac:picMk id="5" creationId="{F04F8BEF-7707-45A3-9AAC-6035828668EB}"/>
          </ac:picMkLst>
        </pc:picChg>
        <pc:picChg chg="add mod">
          <ac:chgData name="YD C" userId="0d18cc71d923e2ec" providerId="LiveId" clId="{8F9E2B9C-6BA7-4603-89FE-AE3D56D5EE9B}" dt="2026-05-11T10:33:56.051" v="1790" actId="1076"/>
          <ac:picMkLst>
            <pc:docMk/>
            <pc:sldMk cId="258086066" sldId="349"/>
            <ac:picMk id="6" creationId="{83B70C99-6BAF-4251-A7B3-E793F1F2A032}"/>
          </ac:picMkLst>
        </pc:picChg>
      </pc:sldChg>
      <pc:sldChg chg="new del">
        <pc:chgData name="YD C" userId="0d18cc71d923e2ec" providerId="LiveId" clId="{8F9E2B9C-6BA7-4603-89FE-AE3D56D5EE9B}" dt="2026-05-11T09:44:33.179" v="1666" actId="680"/>
        <pc:sldMkLst>
          <pc:docMk/>
          <pc:sldMk cId="176621368" sldId="350"/>
        </pc:sldMkLst>
      </pc:sldChg>
      <pc:sldChg chg="delSp modSp add mod">
        <pc:chgData name="YD C" userId="0d18cc71d923e2ec" providerId="LiveId" clId="{8F9E2B9C-6BA7-4603-89FE-AE3D56D5EE9B}" dt="2026-05-11T10:36:17.439" v="1806"/>
        <pc:sldMkLst>
          <pc:docMk/>
          <pc:sldMk cId="4077170964" sldId="350"/>
        </pc:sldMkLst>
        <pc:spChg chg="mod">
          <ac:chgData name="YD C" userId="0d18cc71d923e2ec" providerId="LiveId" clId="{8F9E2B9C-6BA7-4603-89FE-AE3D56D5EE9B}" dt="2026-05-11T10:34:08.044" v="1792" actId="20577"/>
          <ac:spMkLst>
            <pc:docMk/>
            <pc:sldMk cId="4077170964" sldId="350"/>
            <ac:spMk id="10" creationId="{00000000-0000-0000-0000-000000000000}"/>
          </ac:spMkLst>
        </pc:spChg>
        <pc:spChg chg="mod">
          <ac:chgData name="YD C" userId="0d18cc71d923e2ec" providerId="LiveId" clId="{8F9E2B9C-6BA7-4603-89FE-AE3D56D5EE9B}" dt="2026-05-11T10:36:17.439" v="1806"/>
          <ac:spMkLst>
            <pc:docMk/>
            <pc:sldMk cId="4077170964" sldId="350"/>
            <ac:spMk id="13" creationId="{C8588FCC-F06A-4BDB-BFAF-4A98F16C2D3D}"/>
          </ac:spMkLst>
        </pc:spChg>
        <pc:picChg chg="del">
          <ac:chgData name="YD C" userId="0d18cc71d923e2ec" providerId="LiveId" clId="{8F9E2B9C-6BA7-4603-89FE-AE3D56D5EE9B}" dt="2026-05-11T10:28:14.461" v="1715" actId="478"/>
          <ac:picMkLst>
            <pc:docMk/>
            <pc:sldMk cId="4077170964" sldId="350"/>
            <ac:picMk id="6" creationId="{83B70C99-6BAF-4251-A7B3-E793F1F2A032}"/>
          </ac:picMkLst>
        </pc:picChg>
      </pc:sldChg>
      <pc:sldChg chg="addSp delSp modSp add mod">
        <pc:chgData name="YD C" userId="0d18cc71d923e2ec" providerId="LiveId" clId="{8F9E2B9C-6BA7-4603-89FE-AE3D56D5EE9B}" dt="2026-05-11T10:52:54.850" v="1970"/>
        <pc:sldMkLst>
          <pc:docMk/>
          <pc:sldMk cId="2915119190" sldId="351"/>
        </pc:sldMkLst>
        <pc:spChg chg="mod">
          <ac:chgData name="YD C" userId="0d18cc71d923e2ec" providerId="LiveId" clId="{8F9E2B9C-6BA7-4603-89FE-AE3D56D5EE9B}" dt="2026-05-11T10:52:54.850" v="1970"/>
          <ac:spMkLst>
            <pc:docMk/>
            <pc:sldMk cId="2915119190" sldId="351"/>
            <ac:spMk id="11" creationId="{4B7EA793-4E7A-4F6E-9BE2-6191CC9F59A7}"/>
          </ac:spMkLst>
        </pc:spChg>
        <pc:picChg chg="del">
          <ac:chgData name="YD C" userId="0d18cc71d923e2ec" providerId="LiveId" clId="{8F9E2B9C-6BA7-4603-89FE-AE3D56D5EE9B}" dt="2026-05-11T10:43:59.097" v="1854" actId="478"/>
          <ac:picMkLst>
            <pc:docMk/>
            <pc:sldMk cId="2915119190" sldId="351"/>
            <ac:picMk id="5" creationId="{9CAE6E88-98C6-496F-BBB4-4988D46559CA}"/>
          </ac:picMkLst>
        </pc:picChg>
        <pc:picChg chg="add del mod">
          <ac:chgData name="YD C" userId="0d18cc71d923e2ec" providerId="LiveId" clId="{8F9E2B9C-6BA7-4603-89FE-AE3D56D5EE9B}" dt="2026-05-11T10:47:39.072" v="1876" actId="478"/>
          <ac:picMkLst>
            <pc:docMk/>
            <pc:sldMk cId="2915119190" sldId="351"/>
            <ac:picMk id="6" creationId="{057B035F-4C7D-48F9-9BB9-3D58E3E57701}"/>
          </ac:picMkLst>
        </pc:picChg>
      </pc:sldChg>
      <pc:sldChg chg="add del">
        <pc:chgData name="YD C" userId="0d18cc71d923e2ec" providerId="LiveId" clId="{8F9E2B9C-6BA7-4603-89FE-AE3D56D5EE9B}" dt="2026-05-11T10:38:27.006" v="1808" actId="47"/>
        <pc:sldMkLst>
          <pc:docMk/>
          <pc:sldMk cId="3820710442" sldId="351"/>
        </pc:sldMkLst>
      </pc:sldChg>
      <pc:sldChg chg="modSp add del mod ord">
        <pc:chgData name="YD C" userId="0d18cc71d923e2ec" providerId="LiveId" clId="{8F9E2B9C-6BA7-4603-89FE-AE3D56D5EE9B}" dt="2026-05-11T10:53:40.177" v="1975" actId="47"/>
        <pc:sldMkLst>
          <pc:docMk/>
          <pc:sldMk cId="803075509" sldId="352"/>
        </pc:sldMkLst>
        <pc:spChg chg="mod">
          <ac:chgData name="YD C" userId="0d18cc71d923e2ec" providerId="LiveId" clId="{8F9E2B9C-6BA7-4603-89FE-AE3D56D5EE9B}" dt="2026-05-11T10:44:26.888" v="1872" actId="20577"/>
          <ac:spMkLst>
            <pc:docMk/>
            <pc:sldMk cId="803075509" sldId="352"/>
            <ac:spMk id="10" creationId="{00000000-0000-0000-0000-000000000000}"/>
          </ac:spMkLst>
        </pc:spChg>
      </pc:sldChg>
      <pc:sldChg chg="addSp modSp add mod">
        <pc:chgData name="YD C" userId="0d18cc71d923e2ec" providerId="LiveId" clId="{8F9E2B9C-6BA7-4603-89FE-AE3D56D5EE9B}" dt="2026-05-11T10:54:45.983" v="1985" actId="14100"/>
        <pc:sldMkLst>
          <pc:docMk/>
          <pc:sldMk cId="1751069067" sldId="353"/>
        </pc:sldMkLst>
        <pc:spChg chg="mod">
          <ac:chgData name="YD C" userId="0d18cc71d923e2ec" providerId="LiveId" clId="{8F9E2B9C-6BA7-4603-89FE-AE3D56D5EE9B}" dt="2026-05-11T10:54:45.983" v="1985" actId="14100"/>
          <ac:spMkLst>
            <pc:docMk/>
            <pc:sldMk cId="1751069067" sldId="353"/>
            <ac:spMk id="11" creationId="{4B7EA793-4E7A-4F6E-9BE2-6191CC9F59A7}"/>
          </ac:spMkLst>
        </pc:spChg>
        <pc:picChg chg="add mod">
          <ac:chgData name="YD C" userId="0d18cc71d923e2ec" providerId="LiveId" clId="{8F9E2B9C-6BA7-4603-89FE-AE3D56D5EE9B}" dt="2026-05-11T10:47:51.219" v="1880" actId="14100"/>
          <ac:picMkLst>
            <pc:docMk/>
            <pc:sldMk cId="1751069067" sldId="353"/>
            <ac:picMk id="5" creationId="{68CE1C94-1ABE-4976-BBB7-EA3B865A6E9F}"/>
          </ac:picMkLst>
        </pc:picChg>
      </pc:sldChg>
      <pc:sldChg chg="modSp add mod ord">
        <pc:chgData name="YD C" userId="0d18cc71d923e2ec" providerId="LiveId" clId="{8F9E2B9C-6BA7-4603-89FE-AE3D56D5EE9B}" dt="2026-05-11T10:55:19.643" v="2007" actId="20577"/>
        <pc:sldMkLst>
          <pc:docMk/>
          <pc:sldMk cId="183664193" sldId="354"/>
        </pc:sldMkLst>
        <pc:spChg chg="mod">
          <ac:chgData name="YD C" userId="0d18cc71d923e2ec" providerId="LiveId" clId="{8F9E2B9C-6BA7-4603-89FE-AE3D56D5EE9B}" dt="2026-05-11T10:55:01.556" v="1999" actId="20577"/>
          <ac:spMkLst>
            <pc:docMk/>
            <pc:sldMk cId="183664193" sldId="354"/>
            <ac:spMk id="10" creationId="{00000000-0000-0000-0000-000000000000}"/>
          </ac:spMkLst>
        </pc:spChg>
        <pc:spChg chg="mod">
          <ac:chgData name="YD C" userId="0d18cc71d923e2ec" providerId="LiveId" clId="{8F9E2B9C-6BA7-4603-89FE-AE3D56D5EE9B}" dt="2026-05-11T10:55:19.643" v="2007" actId="20577"/>
          <ac:spMkLst>
            <pc:docMk/>
            <pc:sldMk cId="183664193" sldId="354"/>
            <ac:spMk id="50" creationId="{00000000-0000-0000-0000-000000000000}"/>
          </ac:spMkLst>
        </pc:spChg>
      </pc:sldChg>
      <pc:sldChg chg="delSp modSp add mod ord modNotesTx">
        <pc:chgData name="YD C" userId="0d18cc71d923e2ec" providerId="LiveId" clId="{8F9E2B9C-6BA7-4603-89FE-AE3D56D5EE9B}" dt="2026-05-11T11:07:18.818" v="2114" actId="20577"/>
        <pc:sldMkLst>
          <pc:docMk/>
          <pc:sldMk cId="2447859553" sldId="355"/>
        </pc:sldMkLst>
        <pc:spChg chg="mod">
          <ac:chgData name="YD C" userId="0d18cc71d923e2ec" providerId="LiveId" clId="{8F9E2B9C-6BA7-4603-89FE-AE3D56D5EE9B}" dt="2026-05-11T10:56:02.526" v="2019" actId="20577"/>
          <ac:spMkLst>
            <pc:docMk/>
            <pc:sldMk cId="2447859553" sldId="355"/>
            <ac:spMk id="10" creationId="{00000000-0000-0000-0000-000000000000}"/>
          </ac:spMkLst>
        </pc:spChg>
        <pc:spChg chg="mod">
          <ac:chgData name="YD C" userId="0d18cc71d923e2ec" providerId="LiveId" clId="{8F9E2B9C-6BA7-4603-89FE-AE3D56D5EE9B}" dt="2026-05-11T11:07:18.818" v="2114" actId="20577"/>
          <ac:spMkLst>
            <pc:docMk/>
            <pc:sldMk cId="2447859553" sldId="355"/>
            <ac:spMk id="11" creationId="{4B7EA793-4E7A-4F6E-9BE2-6191CC9F59A7}"/>
          </ac:spMkLst>
        </pc:spChg>
        <pc:spChg chg="mod">
          <ac:chgData name="YD C" userId="0d18cc71d923e2ec" providerId="LiveId" clId="{8F9E2B9C-6BA7-4603-89FE-AE3D56D5EE9B}" dt="2026-05-11T10:55:13.307" v="2005" actId="20577"/>
          <ac:spMkLst>
            <pc:docMk/>
            <pc:sldMk cId="2447859553" sldId="355"/>
            <ac:spMk id="50" creationId="{00000000-0000-0000-0000-000000000000}"/>
          </ac:spMkLst>
        </pc:spChg>
        <pc:picChg chg="del">
          <ac:chgData name="YD C" userId="0d18cc71d923e2ec" providerId="LiveId" clId="{8F9E2B9C-6BA7-4603-89FE-AE3D56D5EE9B}" dt="2026-05-11T10:55:09.082" v="2003" actId="478"/>
          <ac:picMkLst>
            <pc:docMk/>
            <pc:sldMk cId="2447859553" sldId="355"/>
            <ac:picMk id="5" creationId="{68CE1C94-1ABE-4976-BBB7-EA3B865A6E9F}"/>
          </ac:picMkLst>
        </pc:picChg>
      </pc:sldChg>
    </pc:docChg>
  </pc:docChgLst>
  <pc:docChgLst>
    <pc:chgData name="YD C" userId="0d18cc71d923e2ec" providerId="LiveId" clId="{EE8C32B2-542F-45C1-B980-E85C0330D7BB}"/>
    <pc:docChg chg="modSld">
      <pc:chgData name="YD C" userId="0d18cc71d923e2ec" providerId="LiveId" clId="{EE8C32B2-542F-45C1-B980-E85C0330D7BB}" dt="2026-03-17T01:42:28.353" v="1" actId="20577"/>
      <pc:docMkLst>
        <pc:docMk/>
      </pc:docMkLst>
      <pc:sldChg chg="modNotesTx">
        <pc:chgData name="YD C" userId="0d18cc71d923e2ec" providerId="LiveId" clId="{EE8C32B2-542F-45C1-B980-E85C0330D7BB}" dt="2026-03-17T01:42:28.353" v="1" actId="20577"/>
        <pc:sldMkLst>
          <pc:docMk/>
          <pc:sldMk cId="3185886426" sldId="323"/>
        </pc:sldMkLst>
      </pc:sldChg>
    </pc:docChg>
  </pc:docChgLst>
  <pc:docChgLst>
    <pc:chgData name="YD C" userId="0d18cc71d923e2ec" providerId="LiveId" clId="{BC9519F4-1E48-4345-A777-9CCD64C667EC}"/>
    <pc:docChg chg="undo custSel addSld delSld modSld sldOrd">
      <pc:chgData name="YD C" userId="0d18cc71d923e2ec" providerId="LiveId" clId="{BC9519F4-1E48-4345-A777-9CCD64C667EC}" dt="2026-03-24T11:06:14.307" v="2889" actId="14100"/>
      <pc:docMkLst>
        <pc:docMk/>
      </pc:docMkLst>
      <pc:sldChg chg="addSp modSp mod">
        <pc:chgData name="YD C" userId="0d18cc71d923e2ec" providerId="LiveId" clId="{BC9519F4-1E48-4345-A777-9CCD64C667EC}" dt="2026-03-23T13:01:37.115" v="24" actId="1076"/>
        <pc:sldMkLst>
          <pc:docMk/>
          <pc:sldMk cId="0" sldId="256"/>
        </pc:sldMkLst>
        <pc:spChg chg="add mod">
          <ac:chgData name="YD C" userId="0d18cc71d923e2ec" providerId="LiveId" clId="{BC9519F4-1E48-4345-A777-9CCD64C667EC}" dt="2026-03-23T12:30:33.743" v="21" actId="20577"/>
          <ac:spMkLst>
            <pc:docMk/>
            <pc:sldMk cId="0" sldId="256"/>
            <ac:spMk id="8" creationId="{F2AA5355-01CF-4E28-A3F4-40D98DE9EA27}"/>
          </ac:spMkLst>
        </pc:spChg>
        <pc:spChg chg="mod">
          <ac:chgData name="YD C" userId="0d18cc71d923e2ec" providerId="LiveId" clId="{BC9519F4-1E48-4345-A777-9CCD64C667EC}" dt="2026-03-23T13:01:37.115" v="24" actId="107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YD C" userId="0d18cc71d923e2ec" providerId="LiveId" clId="{BC9519F4-1E48-4345-A777-9CCD64C667EC}" dt="2026-03-23T12:30:16.502" v="1" actId="1076"/>
          <ac:spMkLst>
            <pc:docMk/>
            <pc:sldMk cId="0" sldId="256"/>
            <ac:spMk id="34" creationId="{00000000-0000-0000-0000-000000000000}"/>
          </ac:spMkLst>
        </pc:spChg>
      </pc:sldChg>
      <pc:sldChg chg="modSp del mod ord">
        <pc:chgData name="YD C" userId="0d18cc71d923e2ec" providerId="LiveId" clId="{BC9519F4-1E48-4345-A777-9CCD64C667EC}" dt="2026-03-23T13:46:15.222" v="1266" actId="47"/>
        <pc:sldMkLst>
          <pc:docMk/>
          <pc:sldMk cId="0" sldId="257"/>
        </pc:sldMkLst>
        <pc:spChg chg="mod">
          <ac:chgData name="YD C" userId="0d18cc71d923e2ec" providerId="LiveId" clId="{BC9519F4-1E48-4345-A777-9CCD64C667EC}" dt="2026-03-23T13:04:59.615" v="7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YD C" userId="0d18cc71d923e2ec" providerId="LiveId" clId="{BC9519F4-1E48-4345-A777-9CCD64C667EC}" dt="2026-03-23T13:05:04.941" v="85" actId="20577"/>
          <ac:spMkLst>
            <pc:docMk/>
            <pc:sldMk cId="0" sldId="257"/>
            <ac:spMk id="19" creationId="{CD4AA811-1A31-471F-A845-319D019D9145}"/>
          </ac:spMkLst>
        </pc:spChg>
      </pc:sldChg>
      <pc:sldChg chg="modSp mod">
        <pc:chgData name="YD C" userId="0d18cc71d923e2ec" providerId="LiveId" clId="{BC9519F4-1E48-4345-A777-9CCD64C667EC}" dt="2026-03-23T13:17:18.149" v="328" actId="14100"/>
        <pc:sldMkLst>
          <pc:docMk/>
          <pc:sldMk cId="0" sldId="258"/>
        </pc:sldMkLst>
        <pc:spChg chg="mod">
          <ac:chgData name="YD C" userId="0d18cc71d923e2ec" providerId="LiveId" clId="{BC9519F4-1E48-4345-A777-9CCD64C667EC}" dt="2026-03-23T13:17:18.149" v="328" actId="1410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YD C" userId="0d18cc71d923e2ec" providerId="LiveId" clId="{BC9519F4-1E48-4345-A777-9CCD64C667EC}" dt="2026-03-23T13:17:08.972" v="326" actId="20577"/>
          <ac:spMkLst>
            <pc:docMk/>
            <pc:sldMk cId="0" sldId="258"/>
            <ac:spMk id="50" creationId="{00000000-0000-0000-0000-000000000000}"/>
          </ac:spMkLst>
        </pc:spChg>
      </pc:sldChg>
      <pc:sldChg chg="modSp mod">
        <pc:chgData name="YD C" userId="0d18cc71d923e2ec" providerId="LiveId" clId="{BC9519F4-1E48-4345-A777-9CCD64C667EC}" dt="2026-03-23T13:46:35.165" v="1280" actId="20577"/>
        <pc:sldMkLst>
          <pc:docMk/>
          <pc:sldMk cId="0" sldId="259"/>
        </pc:sldMkLst>
        <pc:spChg chg="mod">
          <ac:chgData name="YD C" userId="0d18cc71d923e2ec" providerId="LiveId" clId="{BC9519F4-1E48-4345-A777-9CCD64C667EC}" dt="2026-03-23T13:46:35.165" v="1280" actId="20577"/>
          <ac:spMkLst>
            <pc:docMk/>
            <pc:sldMk cId="0" sldId="259"/>
            <ac:spMk id="10" creationId="{00000000-0000-0000-0000-000000000000}"/>
          </ac:spMkLst>
        </pc:spChg>
      </pc:sldChg>
      <pc:sldChg chg="del">
        <pc:chgData name="YD C" userId="0d18cc71d923e2ec" providerId="LiveId" clId="{BC9519F4-1E48-4345-A777-9CCD64C667EC}" dt="2026-03-23T13:05:28.714" v="98" actId="47"/>
        <pc:sldMkLst>
          <pc:docMk/>
          <pc:sldMk cId="0" sldId="262"/>
        </pc:sldMkLst>
      </pc:sldChg>
      <pc:sldChg chg="modSp add del mod">
        <pc:chgData name="YD C" userId="0d18cc71d923e2ec" providerId="LiveId" clId="{BC9519F4-1E48-4345-A777-9CCD64C667EC}" dt="2026-03-24T07:55:17.580" v="2475" actId="1076"/>
        <pc:sldMkLst>
          <pc:docMk/>
          <pc:sldMk cId="0" sldId="316"/>
        </pc:sldMkLst>
        <pc:spChg chg="mod">
          <ac:chgData name="YD C" userId="0d18cc71d923e2ec" providerId="LiveId" clId="{BC9519F4-1E48-4345-A777-9CCD64C667EC}" dt="2026-03-24T02:58:40.590" v="1354" actId="20577"/>
          <ac:spMkLst>
            <pc:docMk/>
            <pc:sldMk cId="0" sldId="316"/>
            <ac:spMk id="2" creationId="{8410A983-37E3-D3D9-A271-0B5BDD103C7C}"/>
          </ac:spMkLst>
        </pc:spChg>
        <pc:picChg chg="mod">
          <ac:chgData name="YD C" userId="0d18cc71d923e2ec" providerId="LiveId" clId="{BC9519F4-1E48-4345-A777-9CCD64C667EC}" dt="2026-03-24T07:55:17.580" v="2475" actId="1076"/>
          <ac:picMkLst>
            <pc:docMk/>
            <pc:sldMk cId="0" sldId="316"/>
            <ac:picMk id="6" creationId="{37EDFAE7-6F70-4BFE-2539-93CA13F97749}"/>
          </ac:picMkLst>
        </pc:picChg>
      </pc:sldChg>
      <pc:sldChg chg="del">
        <pc:chgData name="YD C" userId="0d18cc71d923e2ec" providerId="LiveId" clId="{BC9519F4-1E48-4345-A777-9CCD64C667EC}" dt="2026-03-23T13:05:32.570" v="100" actId="47"/>
        <pc:sldMkLst>
          <pc:docMk/>
          <pc:sldMk cId="3470267755" sldId="319"/>
        </pc:sldMkLst>
      </pc:sldChg>
      <pc:sldChg chg="del">
        <pc:chgData name="YD C" userId="0d18cc71d923e2ec" providerId="LiveId" clId="{BC9519F4-1E48-4345-A777-9CCD64C667EC}" dt="2026-03-23T13:05:34.333" v="102" actId="47"/>
        <pc:sldMkLst>
          <pc:docMk/>
          <pc:sldMk cId="2191532299" sldId="320"/>
        </pc:sldMkLst>
      </pc:sldChg>
      <pc:sldChg chg="del">
        <pc:chgData name="YD C" userId="0d18cc71d923e2ec" providerId="LiveId" clId="{BC9519F4-1E48-4345-A777-9CCD64C667EC}" dt="2026-03-23T13:05:29.943" v="99" actId="47"/>
        <pc:sldMkLst>
          <pc:docMk/>
          <pc:sldMk cId="2493740343" sldId="321"/>
        </pc:sldMkLst>
      </pc:sldChg>
      <pc:sldChg chg="del">
        <pc:chgData name="YD C" userId="0d18cc71d923e2ec" providerId="LiveId" clId="{BC9519F4-1E48-4345-A777-9CCD64C667EC}" dt="2026-03-23T13:05:27.490" v="97" actId="47"/>
        <pc:sldMkLst>
          <pc:docMk/>
          <pc:sldMk cId="3434225180" sldId="322"/>
        </pc:sldMkLst>
      </pc:sldChg>
      <pc:sldChg chg="del">
        <pc:chgData name="YD C" userId="0d18cc71d923e2ec" providerId="LiveId" clId="{BC9519F4-1E48-4345-A777-9CCD64C667EC}" dt="2026-03-23T13:05:35.146" v="103" actId="47"/>
        <pc:sldMkLst>
          <pc:docMk/>
          <pc:sldMk cId="3185886426" sldId="323"/>
        </pc:sldMkLst>
      </pc:sldChg>
      <pc:sldChg chg="del">
        <pc:chgData name="YD C" userId="0d18cc71d923e2ec" providerId="LiveId" clId="{BC9519F4-1E48-4345-A777-9CCD64C667EC}" dt="2026-03-23T13:05:33.395" v="101" actId="47"/>
        <pc:sldMkLst>
          <pc:docMk/>
          <pc:sldMk cId="1639185864" sldId="324"/>
        </pc:sldMkLst>
      </pc:sldChg>
      <pc:sldChg chg="add del ord">
        <pc:chgData name="YD C" userId="0d18cc71d923e2ec" providerId="LiveId" clId="{BC9519F4-1E48-4345-A777-9CCD64C667EC}" dt="2026-03-23T13:05:26.519" v="96" actId="47"/>
        <pc:sldMkLst>
          <pc:docMk/>
          <pc:sldMk cId="24805792" sldId="325"/>
        </pc:sldMkLst>
      </pc:sldChg>
      <pc:sldChg chg="modSp add mod ord">
        <pc:chgData name="YD C" userId="0d18cc71d923e2ec" providerId="LiveId" clId="{BC9519F4-1E48-4345-A777-9CCD64C667EC}" dt="2026-03-23T13:05:13.671" v="95" actId="20577"/>
        <pc:sldMkLst>
          <pc:docMk/>
          <pc:sldMk cId="3625963132" sldId="326"/>
        </pc:sldMkLst>
        <pc:spChg chg="mod">
          <ac:chgData name="YD C" userId="0d18cc71d923e2ec" providerId="LiveId" clId="{BC9519F4-1E48-4345-A777-9CCD64C667EC}" dt="2026-03-23T13:05:13.671" v="95" actId="20577"/>
          <ac:spMkLst>
            <pc:docMk/>
            <pc:sldMk cId="3625963132" sldId="326"/>
            <ac:spMk id="10" creationId="{00000000-0000-0000-0000-000000000000}"/>
          </ac:spMkLst>
        </pc:spChg>
      </pc:sldChg>
      <pc:sldChg chg="addSp modSp add mod ord">
        <pc:chgData name="YD C" userId="0d18cc71d923e2ec" providerId="LiveId" clId="{BC9519F4-1E48-4345-A777-9CCD64C667EC}" dt="2026-03-23T13:27:35.605" v="501" actId="2711"/>
        <pc:sldMkLst>
          <pc:docMk/>
          <pc:sldMk cId="3310343029" sldId="327"/>
        </pc:sldMkLst>
        <pc:spChg chg="mod">
          <ac:chgData name="YD C" userId="0d18cc71d923e2ec" providerId="LiveId" clId="{BC9519F4-1E48-4345-A777-9CCD64C667EC}" dt="2026-03-23T13:05:59.485" v="122" actId="120"/>
          <ac:spMkLst>
            <pc:docMk/>
            <pc:sldMk cId="3310343029" sldId="327"/>
            <ac:spMk id="10" creationId="{00000000-0000-0000-0000-000000000000}"/>
          </ac:spMkLst>
        </pc:spChg>
        <pc:spChg chg="mod">
          <ac:chgData name="YD C" userId="0d18cc71d923e2ec" providerId="LiveId" clId="{BC9519F4-1E48-4345-A777-9CCD64C667EC}" dt="2026-03-23T13:27:35.605" v="501" actId="2711"/>
          <ac:spMkLst>
            <pc:docMk/>
            <pc:sldMk cId="3310343029" sldId="327"/>
            <ac:spMk id="16" creationId="{A058F72B-CA8C-4132-A5D9-B286601ECF52}"/>
          </ac:spMkLst>
        </pc:spChg>
        <pc:spChg chg="mod">
          <ac:chgData name="YD C" userId="0d18cc71d923e2ec" providerId="LiveId" clId="{BC9519F4-1E48-4345-A777-9CCD64C667EC}" dt="2026-03-23T13:05:50.165" v="112" actId="20577"/>
          <ac:spMkLst>
            <pc:docMk/>
            <pc:sldMk cId="3310343029" sldId="327"/>
            <ac:spMk id="50" creationId="{00000000-0000-0000-0000-000000000000}"/>
          </ac:spMkLst>
        </pc:spChg>
        <pc:picChg chg="add mod">
          <ac:chgData name="YD C" userId="0d18cc71d923e2ec" providerId="LiveId" clId="{BC9519F4-1E48-4345-A777-9CCD64C667EC}" dt="2026-03-23T13:22:20.721" v="410" actId="1076"/>
          <ac:picMkLst>
            <pc:docMk/>
            <pc:sldMk cId="3310343029" sldId="327"/>
            <ac:picMk id="1026" creationId="{7B299870-6C99-4B1C-9E9A-5F0F9C8B7141}"/>
          </ac:picMkLst>
        </pc:picChg>
      </pc:sldChg>
      <pc:sldChg chg="addSp delSp modSp add mod ord">
        <pc:chgData name="YD C" userId="0d18cc71d923e2ec" providerId="LiveId" clId="{BC9519F4-1E48-4345-A777-9CCD64C667EC}" dt="2026-03-24T07:55:08.412" v="2473" actId="2711"/>
        <pc:sldMkLst>
          <pc:docMk/>
          <pc:sldMk cId="3097406604" sldId="328"/>
        </pc:sldMkLst>
        <pc:spChg chg="mod">
          <ac:chgData name="YD C" userId="0d18cc71d923e2ec" providerId="LiveId" clId="{BC9519F4-1E48-4345-A777-9CCD64C667EC}" dt="2026-03-23T13:30:36.617" v="571" actId="20577"/>
          <ac:spMkLst>
            <pc:docMk/>
            <pc:sldMk cId="3097406604" sldId="328"/>
            <ac:spMk id="10" creationId="{00000000-0000-0000-0000-000000000000}"/>
          </ac:spMkLst>
        </pc:spChg>
        <pc:spChg chg="add mod">
          <ac:chgData name="YD C" userId="0d18cc71d923e2ec" providerId="LiveId" clId="{BC9519F4-1E48-4345-A777-9CCD64C667EC}" dt="2026-03-24T07:55:08.412" v="2473" actId="2711"/>
          <ac:spMkLst>
            <pc:docMk/>
            <pc:sldMk cId="3097406604" sldId="328"/>
            <ac:spMk id="13" creationId="{7C03CC48-1FCA-46CD-9997-3EB0AE077AAB}"/>
          </ac:spMkLst>
        </pc:spChg>
        <pc:spChg chg="del mod">
          <ac:chgData name="YD C" userId="0d18cc71d923e2ec" providerId="LiveId" clId="{BC9519F4-1E48-4345-A777-9CCD64C667EC}" dt="2026-03-23T13:26:28.557" v="449" actId="478"/>
          <ac:spMkLst>
            <pc:docMk/>
            <pc:sldMk cId="3097406604" sldId="328"/>
            <ac:spMk id="16" creationId="{A058F72B-CA8C-4132-A5D9-B286601ECF52}"/>
          </ac:spMkLst>
        </pc:spChg>
        <pc:picChg chg="del">
          <ac:chgData name="YD C" userId="0d18cc71d923e2ec" providerId="LiveId" clId="{BC9519F4-1E48-4345-A777-9CCD64C667EC}" dt="2026-03-23T13:17:36.106" v="335" actId="478"/>
          <ac:picMkLst>
            <pc:docMk/>
            <pc:sldMk cId="3097406604" sldId="328"/>
            <ac:picMk id="1026" creationId="{7B299870-6C99-4B1C-9E9A-5F0F9C8B7141}"/>
          </ac:picMkLst>
        </pc:picChg>
      </pc:sldChg>
      <pc:sldChg chg="modSp mod modNotesTx">
        <pc:chgData name="YD C" userId="0d18cc71d923e2ec" providerId="LiveId" clId="{BC9519F4-1E48-4345-A777-9CCD64C667EC}" dt="2026-03-24T03:46:20.127" v="1603" actId="20577"/>
        <pc:sldMkLst>
          <pc:docMk/>
          <pc:sldMk cId="3768994228" sldId="329"/>
        </pc:sldMkLst>
        <pc:spChg chg="mod">
          <ac:chgData name="YD C" userId="0d18cc71d923e2ec" providerId="LiveId" clId="{BC9519F4-1E48-4345-A777-9CCD64C667EC}" dt="2026-03-24T02:58:23.487" v="1352" actId="2711"/>
          <ac:spMkLst>
            <pc:docMk/>
            <pc:sldMk cId="3768994228" sldId="329"/>
            <ac:spMk id="2" creationId="{8410A983-37E3-D3D9-A271-0B5BDD103C7C}"/>
          </ac:spMkLst>
        </pc:spChg>
      </pc:sldChg>
      <pc:sldChg chg="addSp delSp modSp mod modNotesTx">
        <pc:chgData name="YD C" userId="0d18cc71d923e2ec" providerId="LiveId" clId="{BC9519F4-1E48-4345-A777-9CCD64C667EC}" dt="2026-03-24T03:46:21.802" v="1604" actId="20577"/>
        <pc:sldMkLst>
          <pc:docMk/>
          <pc:sldMk cId="3257280993" sldId="330"/>
        </pc:sldMkLst>
        <pc:spChg chg="mod">
          <ac:chgData name="YD C" userId="0d18cc71d923e2ec" providerId="LiveId" clId="{BC9519F4-1E48-4345-A777-9CCD64C667EC}" dt="2026-03-24T03:14:45.822" v="1388" actId="113"/>
          <ac:spMkLst>
            <pc:docMk/>
            <pc:sldMk cId="3257280993" sldId="330"/>
            <ac:spMk id="2" creationId="{8410A983-37E3-D3D9-A271-0B5BDD103C7C}"/>
          </ac:spMkLst>
        </pc:spChg>
        <pc:spChg chg="mod">
          <ac:chgData name="YD C" userId="0d18cc71d923e2ec" providerId="LiveId" clId="{BC9519F4-1E48-4345-A777-9CCD64C667EC}" dt="2026-03-24T02:57:21.158" v="1333" actId="20577"/>
          <ac:spMkLst>
            <pc:docMk/>
            <pc:sldMk cId="3257280993" sldId="330"/>
            <ac:spMk id="10" creationId="{00000000-0000-0000-0000-000000000000}"/>
          </ac:spMkLst>
        </pc:spChg>
        <pc:spChg chg="add mod">
          <ac:chgData name="YD C" userId="0d18cc71d923e2ec" providerId="LiveId" clId="{BC9519F4-1E48-4345-A777-9CCD64C667EC}" dt="2026-03-24T03:18:59.122" v="1420" actId="113"/>
          <ac:spMkLst>
            <pc:docMk/>
            <pc:sldMk cId="3257280993" sldId="330"/>
            <ac:spMk id="15" creationId="{56AD37FF-2CA4-462E-BA76-DE66FA5C1E03}"/>
          </ac:spMkLst>
        </pc:spChg>
        <pc:picChg chg="add del mod">
          <ac:chgData name="YD C" userId="0d18cc71d923e2ec" providerId="LiveId" clId="{BC9519F4-1E48-4345-A777-9CCD64C667EC}" dt="2026-03-24T03:10:05.148" v="1363" actId="478"/>
          <ac:picMkLst>
            <pc:docMk/>
            <pc:sldMk cId="3257280993" sldId="330"/>
            <ac:picMk id="6" creationId="{B558660A-457F-42B3-BDF9-57D3F843D792}"/>
          </ac:picMkLst>
        </pc:picChg>
        <pc:picChg chg="add mod">
          <ac:chgData name="YD C" userId="0d18cc71d923e2ec" providerId="LiveId" clId="{BC9519F4-1E48-4345-A777-9CCD64C667EC}" dt="2026-03-24T03:10:18.653" v="1365" actId="1076"/>
          <ac:picMkLst>
            <pc:docMk/>
            <pc:sldMk cId="3257280993" sldId="330"/>
            <ac:picMk id="8" creationId="{32F63887-5E64-456B-B5E9-F1108DFFCBAA}"/>
          </ac:picMkLst>
        </pc:picChg>
      </pc:sldChg>
      <pc:sldChg chg="modSp add mod ord">
        <pc:chgData name="YD C" userId="0d18cc71d923e2ec" providerId="LiveId" clId="{BC9519F4-1E48-4345-A777-9CCD64C667EC}" dt="2026-03-24T03:19:37.077" v="1444" actId="20577"/>
        <pc:sldMkLst>
          <pc:docMk/>
          <pc:sldMk cId="1230229689" sldId="331"/>
        </pc:sldMkLst>
        <pc:spChg chg="mod">
          <ac:chgData name="YD C" userId="0d18cc71d923e2ec" providerId="LiveId" clId="{BC9519F4-1E48-4345-A777-9CCD64C667EC}" dt="2026-03-24T03:19:37.077" v="1444" actId="20577"/>
          <ac:spMkLst>
            <pc:docMk/>
            <pc:sldMk cId="1230229689" sldId="331"/>
            <ac:spMk id="10" creationId="{00000000-0000-0000-0000-000000000000}"/>
          </ac:spMkLst>
        </pc:spChg>
        <pc:spChg chg="mod">
          <ac:chgData name="YD C" userId="0d18cc71d923e2ec" providerId="LiveId" clId="{BC9519F4-1E48-4345-A777-9CCD64C667EC}" dt="2026-03-24T03:19:16.507" v="1425" actId="20577"/>
          <ac:spMkLst>
            <pc:docMk/>
            <pc:sldMk cId="1230229689" sldId="331"/>
            <ac:spMk id="50" creationId="{00000000-0000-0000-0000-000000000000}"/>
          </ac:spMkLst>
        </pc:spChg>
      </pc:sldChg>
      <pc:sldChg chg="addSp delSp modSp add mod ord modNotesTx">
        <pc:chgData name="YD C" userId="0d18cc71d923e2ec" providerId="LiveId" clId="{BC9519F4-1E48-4345-A777-9CCD64C667EC}" dt="2026-03-24T04:08:06.859" v="1657"/>
        <pc:sldMkLst>
          <pc:docMk/>
          <pc:sldMk cId="1558424783" sldId="332"/>
        </pc:sldMkLst>
        <pc:spChg chg="del mod">
          <ac:chgData name="YD C" userId="0d18cc71d923e2ec" providerId="LiveId" clId="{BC9519F4-1E48-4345-A777-9CCD64C667EC}" dt="2026-03-24T03:23:23.710" v="1475"/>
          <ac:spMkLst>
            <pc:docMk/>
            <pc:sldMk cId="1558424783" sldId="332"/>
            <ac:spMk id="2" creationId="{8410A983-37E3-D3D9-A271-0B5BDD103C7C}"/>
          </ac:spMkLst>
        </pc:spChg>
        <pc:spChg chg="mod">
          <ac:chgData name="YD C" userId="0d18cc71d923e2ec" providerId="LiveId" clId="{BC9519F4-1E48-4345-A777-9CCD64C667EC}" dt="2026-03-24T03:22:37.947" v="1466" actId="20577"/>
          <ac:spMkLst>
            <pc:docMk/>
            <pc:sldMk cId="1558424783" sldId="332"/>
            <ac:spMk id="10" creationId="{00000000-0000-0000-0000-000000000000}"/>
          </ac:spMkLst>
        </pc:spChg>
        <pc:spChg chg="del">
          <ac:chgData name="YD C" userId="0d18cc71d923e2ec" providerId="LiveId" clId="{BC9519F4-1E48-4345-A777-9CCD64C667EC}" dt="2026-03-24T03:19:48.208" v="1448" actId="478"/>
          <ac:spMkLst>
            <pc:docMk/>
            <pc:sldMk cId="1558424783" sldId="332"/>
            <ac:spMk id="15" creationId="{56AD37FF-2CA4-462E-BA76-DE66FA5C1E03}"/>
          </ac:spMkLst>
        </pc:spChg>
        <pc:spChg chg="mod">
          <ac:chgData name="YD C" userId="0d18cc71d923e2ec" providerId="LiveId" clId="{BC9519F4-1E48-4345-A777-9CCD64C667EC}" dt="2026-03-24T03:22:40.805" v="1468" actId="20577"/>
          <ac:spMkLst>
            <pc:docMk/>
            <pc:sldMk cId="1558424783" sldId="332"/>
            <ac:spMk id="50" creationId="{00000000-0000-0000-0000-000000000000}"/>
          </ac:spMkLst>
        </pc:spChg>
        <pc:picChg chg="add mod">
          <ac:chgData name="YD C" userId="0d18cc71d923e2ec" providerId="LiveId" clId="{BC9519F4-1E48-4345-A777-9CCD64C667EC}" dt="2026-03-24T03:23:44.528" v="1476" actId="1076"/>
          <ac:picMkLst>
            <pc:docMk/>
            <pc:sldMk cId="1558424783" sldId="332"/>
            <ac:picMk id="6" creationId="{61EC6866-022B-4626-B794-9F27CAAAB401}"/>
          </ac:picMkLst>
        </pc:picChg>
        <pc:picChg chg="del">
          <ac:chgData name="YD C" userId="0d18cc71d923e2ec" providerId="LiveId" clId="{BC9519F4-1E48-4345-A777-9CCD64C667EC}" dt="2026-03-24T03:19:51.082" v="1449" actId="478"/>
          <ac:picMkLst>
            <pc:docMk/>
            <pc:sldMk cId="1558424783" sldId="332"/>
            <ac:picMk id="8" creationId="{32F63887-5E64-456B-B5E9-F1108DFFCBAA}"/>
          </ac:picMkLst>
        </pc:picChg>
      </pc:sldChg>
      <pc:sldChg chg="addSp delSp modSp add mod modNotesTx">
        <pc:chgData name="YD C" userId="0d18cc71d923e2ec" providerId="LiveId" clId="{BC9519F4-1E48-4345-A777-9CCD64C667EC}" dt="2026-03-24T03:59:46.575" v="1608" actId="1076"/>
        <pc:sldMkLst>
          <pc:docMk/>
          <pc:sldMk cId="3479466854" sldId="333"/>
        </pc:sldMkLst>
        <pc:spChg chg="add mod">
          <ac:chgData name="YD C" userId="0d18cc71d923e2ec" providerId="LiveId" clId="{BC9519F4-1E48-4345-A777-9CCD64C667EC}" dt="2026-03-24T03:44:44.821" v="1551" actId="113"/>
          <ac:spMkLst>
            <pc:docMk/>
            <pc:sldMk cId="3479466854" sldId="333"/>
            <ac:spMk id="11" creationId="{4B7EA793-4E7A-4F6E-9BE2-6191CC9F59A7}"/>
          </ac:spMkLst>
        </pc:spChg>
        <pc:spChg chg="del">
          <ac:chgData name="YD C" userId="0d18cc71d923e2ec" providerId="LiveId" clId="{BC9519F4-1E48-4345-A777-9CCD64C667EC}" dt="2026-03-24T03:59:41.334" v="1607" actId="478"/>
          <ac:spMkLst>
            <pc:docMk/>
            <pc:sldMk cId="3479466854" sldId="333"/>
            <ac:spMk id="28" creationId="{00000000-0000-0000-0000-000000000000}"/>
          </ac:spMkLst>
        </pc:spChg>
        <pc:picChg chg="mod modCrop">
          <ac:chgData name="YD C" userId="0d18cc71d923e2ec" providerId="LiveId" clId="{BC9519F4-1E48-4345-A777-9CCD64C667EC}" dt="2026-03-24T03:59:46.575" v="1608" actId="1076"/>
          <ac:picMkLst>
            <pc:docMk/>
            <pc:sldMk cId="3479466854" sldId="333"/>
            <ac:picMk id="6" creationId="{61EC6866-022B-4626-B794-9F27CAAAB401}"/>
          </ac:picMkLst>
        </pc:picChg>
      </pc:sldChg>
      <pc:sldChg chg="new del">
        <pc:chgData name="YD C" userId="0d18cc71d923e2ec" providerId="LiveId" clId="{BC9519F4-1E48-4345-A777-9CCD64C667EC}" dt="2026-03-24T03:59:54.685" v="1610" actId="680"/>
        <pc:sldMkLst>
          <pc:docMk/>
          <pc:sldMk cId="583951001" sldId="334"/>
        </pc:sldMkLst>
      </pc:sldChg>
      <pc:sldChg chg="addSp delSp modSp add mod modNotesTx">
        <pc:chgData name="YD C" userId="0d18cc71d923e2ec" providerId="LiveId" clId="{BC9519F4-1E48-4345-A777-9CCD64C667EC}" dt="2026-03-24T08:32:58.084" v="2503"/>
        <pc:sldMkLst>
          <pc:docMk/>
          <pc:sldMk cId="2070729498" sldId="334"/>
        </pc:sldMkLst>
        <pc:spChg chg="mod">
          <ac:chgData name="YD C" userId="0d18cc71d923e2ec" providerId="LiveId" clId="{BC9519F4-1E48-4345-A777-9CCD64C667EC}" dt="2026-03-24T08:32:58.084" v="2503"/>
          <ac:spMkLst>
            <pc:docMk/>
            <pc:sldMk cId="2070729498" sldId="334"/>
            <ac:spMk id="11" creationId="{4B7EA793-4E7A-4F6E-9BE2-6191CC9F59A7}"/>
          </ac:spMkLst>
        </pc:spChg>
        <pc:picChg chg="add mod">
          <ac:chgData name="YD C" userId="0d18cc71d923e2ec" providerId="LiveId" clId="{BC9519F4-1E48-4345-A777-9CCD64C667EC}" dt="2026-03-24T06:08:03.464" v="1695" actId="1076"/>
          <ac:picMkLst>
            <pc:docMk/>
            <pc:sldMk cId="2070729498" sldId="334"/>
            <ac:picMk id="5" creationId="{F7823900-939E-4960-B063-E067D44D2E96}"/>
          </ac:picMkLst>
        </pc:picChg>
        <pc:picChg chg="del">
          <ac:chgData name="YD C" userId="0d18cc71d923e2ec" providerId="LiveId" clId="{BC9519F4-1E48-4345-A777-9CCD64C667EC}" dt="2026-03-24T04:04:53.306" v="1644" actId="478"/>
          <ac:picMkLst>
            <pc:docMk/>
            <pc:sldMk cId="2070729498" sldId="334"/>
            <ac:picMk id="6" creationId="{61EC6866-022B-4626-B794-9F27CAAAB401}"/>
          </ac:picMkLst>
        </pc:picChg>
      </pc:sldChg>
      <pc:sldChg chg="addSp delSp modSp add mod">
        <pc:chgData name="YD C" userId="0d18cc71d923e2ec" providerId="LiveId" clId="{BC9519F4-1E48-4345-A777-9CCD64C667EC}" dt="2026-03-24T08:43:46.807" v="2511"/>
        <pc:sldMkLst>
          <pc:docMk/>
          <pc:sldMk cId="1151977733" sldId="335"/>
        </pc:sldMkLst>
        <pc:spChg chg="mod">
          <ac:chgData name="YD C" userId="0d18cc71d923e2ec" providerId="LiveId" clId="{BC9519F4-1E48-4345-A777-9CCD64C667EC}" dt="2026-03-24T08:43:46.807" v="2511"/>
          <ac:spMkLst>
            <pc:docMk/>
            <pc:sldMk cId="1151977733" sldId="335"/>
            <ac:spMk id="11" creationId="{4B7EA793-4E7A-4F6E-9BE2-6191CC9F59A7}"/>
          </ac:spMkLst>
        </pc:spChg>
        <pc:picChg chg="del">
          <ac:chgData name="YD C" userId="0d18cc71d923e2ec" providerId="LiveId" clId="{BC9519F4-1E48-4345-A777-9CCD64C667EC}" dt="2026-03-24T06:14:55" v="1714" actId="478"/>
          <ac:picMkLst>
            <pc:docMk/>
            <pc:sldMk cId="1151977733" sldId="335"/>
            <ac:picMk id="5" creationId="{F7823900-939E-4960-B063-E067D44D2E96}"/>
          </ac:picMkLst>
        </pc:picChg>
        <pc:picChg chg="add mod">
          <ac:chgData name="YD C" userId="0d18cc71d923e2ec" providerId="LiveId" clId="{BC9519F4-1E48-4345-A777-9CCD64C667EC}" dt="2026-03-24T08:43:38.988" v="2505" actId="1076"/>
          <ac:picMkLst>
            <pc:docMk/>
            <pc:sldMk cId="1151977733" sldId="335"/>
            <ac:picMk id="6" creationId="{7E3C2788-61A0-4FA5-BF39-CAA8DD10945F}"/>
          </ac:picMkLst>
        </pc:picChg>
      </pc:sldChg>
      <pc:sldChg chg="new del">
        <pc:chgData name="YD C" userId="0d18cc71d923e2ec" providerId="LiveId" clId="{BC9519F4-1E48-4345-A777-9CCD64C667EC}" dt="2026-03-24T06:14:17.529" v="1707" actId="680"/>
        <pc:sldMkLst>
          <pc:docMk/>
          <pc:sldMk cId="2161612684" sldId="335"/>
        </pc:sldMkLst>
      </pc:sldChg>
      <pc:sldChg chg="addSp delSp modSp add mod ord">
        <pc:chgData name="YD C" userId="0d18cc71d923e2ec" providerId="LiveId" clId="{BC9519F4-1E48-4345-A777-9CCD64C667EC}" dt="2026-03-24T07:06:50.681" v="1796" actId="20577"/>
        <pc:sldMkLst>
          <pc:docMk/>
          <pc:sldMk cId="3223374436" sldId="336"/>
        </pc:sldMkLst>
        <pc:spChg chg="mod">
          <ac:chgData name="YD C" userId="0d18cc71d923e2ec" providerId="LiveId" clId="{BC9519F4-1E48-4345-A777-9CCD64C667EC}" dt="2026-03-24T07:06:50.681" v="1796" actId="20577"/>
          <ac:spMkLst>
            <pc:docMk/>
            <pc:sldMk cId="3223374436" sldId="336"/>
            <ac:spMk id="11" creationId="{4B7EA793-4E7A-4F6E-9BE2-6191CC9F59A7}"/>
          </ac:spMkLst>
        </pc:spChg>
        <pc:picChg chg="add mod modCrop">
          <ac:chgData name="YD C" userId="0d18cc71d923e2ec" providerId="LiveId" clId="{BC9519F4-1E48-4345-A777-9CCD64C667EC}" dt="2026-03-24T06:18:46.690" v="1765" actId="1076"/>
          <ac:picMkLst>
            <pc:docMk/>
            <pc:sldMk cId="3223374436" sldId="336"/>
            <ac:picMk id="5" creationId="{9F69C14A-6380-4B19-A266-7332543120F3}"/>
          </ac:picMkLst>
        </pc:picChg>
        <pc:picChg chg="del">
          <ac:chgData name="YD C" userId="0d18cc71d923e2ec" providerId="LiveId" clId="{BC9519F4-1E48-4345-A777-9CCD64C667EC}" dt="2026-03-24T06:16:56.018" v="1727" actId="478"/>
          <ac:picMkLst>
            <pc:docMk/>
            <pc:sldMk cId="3223374436" sldId="336"/>
            <ac:picMk id="6" creationId="{7E3C2788-61A0-4FA5-BF39-CAA8DD10945F}"/>
          </ac:picMkLst>
        </pc:picChg>
      </pc:sldChg>
      <pc:sldChg chg="addSp delSp modSp add mod">
        <pc:chgData name="YD C" userId="0d18cc71d923e2ec" providerId="LiveId" clId="{BC9519F4-1E48-4345-A777-9CCD64C667EC}" dt="2026-03-24T07:22:47.939" v="1949" actId="20577"/>
        <pc:sldMkLst>
          <pc:docMk/>
          <pc:sldMk cId="1581381995" sldId="337"/>
        </pc:sldMkLst>
        <pc:spChg chg="mod">
          <ac:chgData name="YD C" userId="0d18cc71d923e2ec" providerId="LiveId" clId="{BC9519F4-1E48-4345-A777-9CCD64C667EC}" dt="2026-03-24T07:22:47.939" v="1949" actId="20577"/>
          <ac:spMkLst>
            <pc:docMk/>
            <pc:sldMk cId="1581381995" sldId="337"/>
            <ac:spMk id="11" creationId="{4B7EA793-4E7A-4F6E-9BE2-6191CC9F59A7}"/>
          </ac:spMkLst>
        </pc:spChg>
        <pc:picChg chg="del">
          <ac:chgData name="YD C" userId="0d18cc71d923e2ec" providerId="LiveId" clId="{BC9519F4-1E48-4345-A777-9CCD64C667EC}" dt="2026-03-24T07:09:27.443" v="1810" actId="478"/>
          <ac:picMkLst>
            <pc:docMk/>
            <pc:sldMk cId="1581381995" sldId="337"/>
            <ac:picMk id="5" creationId="{9F69C14A-6380-4B19-A266-7332543120F3}"/>
          </ac:picMkLst>
        </pc:picChg>
        <pc:picChg chg="add mod">
          <ac:chgData name="YD C" userId="0d18cc71d923e2ec" providerId="LiveId" clId="{BC9519F4-1E48-4345-A777-9CCD64C667EC}" dt="2026-03-24T07:10:56.547" v="1827" actId="1076"/>
          <ac:picMkLst>
            <pc:docMk/>
            <pc:sldMk cId="1581381995" sldId="337"/>
            <ac:picMk id="6" creationId="{1408D1F0-30F9-42BE-8DCF-F98DEEC13012}"/>
          </ac:picMkLst>
        </pc:picChg>
      </pc:sldChg>
      <pc:sldChg chg="modSp add mod ord">
        <pc:chgData name="YD C" userId="0d18cc71d923e2ec" providerId="LiveId" clId="{BC9519F4-1E48-4345-A777-9CCD64C667EC}" dt="2026-03-24T07:14:36.331" v="1845"/>
        <pc:sldMkLst>
          <pc:docMk/>
          <pc:sldMk cId="4187288900" sldId="338"/>
        </pc:sldMkLst>
        <pc:spChg chg="mod">
          <ac:chgData name="YD C" userId="0d18cc71d923e2ec" providerId="LiveId" clId="{BC9519F4-1E48-4345-A777-9CCD64C667EC}" dt="2026-03-24T07:14:36.331" v="1845"/>
          <ac:spMkLst>
            <pc:docMk/>
            <pc:sldMk cId="4187288900" sldId="338"/>
            <ac:spMk id="10" creationId="{00000000-0000-0000-0000-000000000000}"/>
          </ac:spMkLst>
        </pc:spChg>
        <pc:spChg chg="mod">
          <ac:chgData name="YD C" userId="0d18cc71d923e2ec" providerId="LiveId" clId="{BC9519F4-1E48-4345-A777-9CCD64C667EC}" dt="2026-03-24T07:14:31.112" v="1834" actId="20577"/>
          <ac:spMkLst>
            <pc:docMk/>
            <pc:sldMk cId="4187288900" sldId="338"/>
            <ac:spMk id="50" creationId="{00000000-0000-0000-0000-000000000000}"/>
          </ac:spMkLst>
        </pc:spChg>
      </pc:sldChg>
      <pc:sldChg chg="delSp modSp add mod ord">
        <pc:chgData name="YD C" userId="0d18cc71d923e2ec" providerId="LiveId" clId="{BC9519F4-1E48-4345-A777-9CCD64C667EC}" dt="2026-03-24T07:27:38.170" v="2027" actId="113"/>
        <pc:sldMkLst>
          <pc:docMk/>
          <pc:sldMk cId="1856715736" sldId="339"/>
        </pc:sldMkLst>
        <pc:spChg chg="mod">
          <ac:chgData name="YD C" userId="0d18cc71d923e2ec" providerId="LiveId" clId="{BC9519F4-1E48-4345-A777-9CCD64C667EC}" dt="2026-03-24T07:15:11.284" v="1862" actId="20577"/>
          <ac:spMkLst>
            <pc:docMk/>
            <pc:sldMk cId="1856715736" sldId="339"/>
            <ac:spMk id="10" creationId="{00000000-0000-0000-0000-000000000000}"/>
          </ac:spMkLst>
        </pc:spChg>
        <pc:spChg chg="mod">
          <ac:chgData name="YD C" userId="0d18cc71d923e2ec" providerId="LiveId" clId="{BC9519F4-1E48-4345-A777-9CCD64C667EC}" dt="2026-03-24T07:27:38.170" v="2027" actId="113"/>
          <ac:spMkLst>
            <pc:docMk/>
            <pc:sldMk cId="1856715736" sldId="339"/>
            <ac:spMk id="11" creationId="{4B7EA793-4E7A-4F6E-9BE2-6191CC9F59A7}"/>
          </ac:spMkLst>
        </pc:spChg>
        <pc:spChg chg="mod">
          <ac:chgData name="YD C" userId="0d18cc71d923e2ec" providerId="LiveId" clId="{BC9519F4-1E48-4345-A777-9CCD64C667EC}" dt="2026-03-24T07:14:47.731" v="1850" actId="20577"/>
          <ac:spMkLst>
            <pc:docMk/>
            <pc:sldMk cId="1856715736" sldId="339"/>
            <ac:spMk id="50" creationId="{00000000-0000-0000-0000-000000000000}"/>
          </ac:spMkLst>
        </pc:spChg>
        <pc:picChg chg="del">
          <ac:chgData name="YD C" userId="0d18cc71d923e2ec" providerId="LiveId" clId="{BC9519F4-1E48-4345-A777-9CCD64C667EC}" dt="2026-03-24T07:15:16.146" v="1863" actId="478"/>
          <ac:picMkLst>
            <pc:docMk/>
            <pc:sldMk cId="1856715736" sldId="339"/>
            <ac:picMk id="6" creationId="{7E3C2788-61A0-4FA5-BF39-CAA8DD10945F}"/>
          </ac:picMkLst>
        </pc:picChg>
      </pc:sldChg>
      <pc:sldChg chg="addSp delSp modSp add mod">
        <pc:chgData name="YD C" userId="0d18cc71d923e2ec" providerId="LiveId" clId="{BC9519F4-1E48-4345-A777-9CCD64C667EC}" dt="2026-03-24T09:58:15.574" v="2686" actId="1076"/>
        <pc:sldMkLst>
          <pc:docMk/>
          <pc:sldMk cId="1202553649" sldId="340"/>
        </pc:sldMkLst>
        <pc:spChg chg="add del mod">
          <ac:chgData name="YD C" userId="0d18cc71d923e2ec" providerId="LiveId" clId="{BC9519F4-1E48-4345-A777-9CCD64C667EC}" dt="2026-03-24T08:50:53.150" v="2545"/>
          <ac:spMkLst>
            <pc:docMk/>
            <pc:sldMk cId="1202553649" sldId="340"/>
            <ac:spMk id="8" creationId="{4752724E-6626-4DAC-BB78-1FD976C105B6}"/>
          </ac:spMkLst>
        </pc:spChg>
        <pc:spChg chg="mod">
          <ac:chgData name="YD C" userId="0d18cc71d923e2ec" providerId="LiveId" clId="{BC9519F4-1E48-4345-A777-9CCD64C667EC}" dt="2026-03-24T08:58:48.017" v="2675" actId="20577"/>
          <ac:spMkLst>
            <pc:docMk/>
            <pc:sldMk cId="1202553649" sldId="340"/>
            <ac:spMk id="11" creationId="{4B7EA793-4E7A-4F6E-9BE2-6191CC9F59A7}"/>
          </ac:spMkLst>
        </pc:spChg>
        <pc:picChg chg="add mod">
          <ac:chgData name="YD C" userId="0d18cc71d923e2ec" providerId="LiveId" clId="{BC9519F4-1E48-4345-A777-9CCD64C667EC}" dt="2026-03-24T09:58:15.574" v="2686" actId="1076"/>
          <ac:picMkLst>
            <pc:docMk/>
            <pc:sldMk cId="1202553649" sldId="340"/>
            <ac:picMk id="5" creationId="{EFD00193-4CB1-4DDF-B296-853208764240}"/>
          </ac:picMkLst>
        </pc:picChg>
        <pc:picChg chg="add del mod">
          <ac:chgData name="YD C" userId="0d18cc71d923e2ec" providerId="LiveId" clId="{BC9519F4-1E48-4345-A777-9CCD64C667EC}" dt="2026-03-24T09:58:13.663" v="2685" actId="478"/>
          <ac:picMkLst>
            <pc:docMk/>
            <pc:sldMk cId="1202553649" sldId="340"/>
            <ac:picMk id="7" creationId="{D80C747F-21E5-4F21-AC6C-35C9763563BE}"/>
          </ac:picMkLst>
        </pc:picChg>
      </pc:sldChg>
      <pc:sldChg chg="add del">
        <pc:chgData name="YD C" userId="0d18cc71d923e2ec" providerId="LiveId" clId="{BC9519F4-1E48-4345-A777-9CCD64C667EC}" dt="2026-03-24T07:27:59.449" v="2044"/>
        <pc:sldMkLst>
          <pc:docMk/>
          <pc:sldMk cId="1618827363" sldId="341"/>
        </pc:sldMkLst>
      </pc:sldChg>
      <pc:sldChg chg="add del">
        <pc:chgData name="YD C" userId="0d18cc71d923e2ec" providerId="LiveId" clId="{BC9519F4-1E48-4345-A777-9CCD64C667EC}" dt="2026-03-24T07:28:04.329" v="2046"/>
        <pc:sldMkLst>
          <pc:docMk/>
          <pc:sldMk cId="1656831255" sldId="341"/>
        </pc:sldMkLst>
      </pc:sldChg>
      <pc:sldChg chg="addSp delSp modSp add mod">
        <pc:chgData name="YD C" userId="0d18cc71d923e2ec" providerId="LiveId" clId="{BC9519F4-1E48-4345-A777-9CCD64C667EC}" dt="2026-03-24T08:48:27.760" v="2531" actId="20577"/>
        <pc:sldMkLst>
          <pc:docMk/>
          <pc:sldMk cId="4287681354" sldId="341"/>
        </pc:sldMkLst>
        <pc:spChg chg="mod">
          <ac:chgData name="YD C" userId="0d18cc71d923e2ec" providerId="LiveId" clId="{BC9519F4-1E48-4345-A777-9CCD64C667EC}" dt="2026-03-24T08:48:27.760" v="2531" actId="20577"/>
          <ac:spMkLst>
            <pc:docMk/>
            <pc:sldMk cId="4287681354" sldId="341"/>
            <ac:spMk id="11" creationId="{4B7EA793-4E7A-4F6E-9BE2-6191CC9F59A7}"/>
          </ac:spMkLst>
        </pc:spChg>
        <pc:picChg chg="add mod">
          <ac:chgData name="YD C" userId="0d18cc71d923e2ec" providerId="LiveId" clId="{BC9519F4-1E48-4345-A777-9CCD64C667EC}" dt="2026-03-24T07:35:26.156" v="2142" actId="1076"/>
          <ac:picMkLst>
            <pc:docMk/>
            <pc:sldMk cId="4287681354" sldId="341"/>
            <ac:picMk id="5" creationId="{901BBF87-BBD6-4718-B387-B8D6077B16A3}"/>
          </ac:picMkLst>
        </pc:picChg>
        <pc:picChg chg="del">
          <ac:chgData name="YD C" userId="0d18cc71d923e2ec" providerId="LiveId" clId="{BC9519F4-1E48-4345-A777-9CCD64C667EC}" dt="2026-03-24T07:32:44.791" v="2129" actId="478"/>
          <ac:picMkLst>
            <pc:docMk/>
            <pc:sldMk cId="4287681354" sldId="341"/>
            <ac:picMk id="6" creationId="{7E3C2788-61A0-4FA5-BF39-CAA8DD10945F}"/>
          </ac:picMkLst>
        </pc:picChg>
      </pc:sldChg>
      <pc:sldChg chg="addSp delSp modSp add mod">
        <pc:chgData name="YD C" userId="0d18cc71d923e2ec" providerId="LiveId" clId="{BC9519F4-1E48-4345-A777-9CCD64C667EC}" dt="2026-03-24T10:22:47.847" v="2763"/>
        <pc:sldMkLst>
          <pc:docMk/>
          <pc:sldMk cId="1034909017" sldId="342"/>
        </pc:sldMkLst>
        <pc:spChg chg="mod">
          <ac:chgData name="YD C" userId="0d18cc71d923e2ec" providerId="LiveId" clId="{BC9519F4-1E48-4345-A777-9CCD64C667EC}" dt="2026-03-24T10:22:47.847" v="2763"/>
          <ac:spMkLst>
            <pc:docMk/>
            <pc:sldMk cId="1034909017" sldId="342"/>
            <ac:spMk id="11" creationId="{4B7EA793-4E7A-4F6E-9BE2-6191CC9F59A7}"/>
          </ac:spMkLst>
        </pc:spChg>
        <pc:picChg chg="del">
          <ac:chgData name="YD C" userId="0d18cc71d923e2ec" providerId="LiveId" clId="{BC9519F4-1E48-4345-A777-9CCD64C667EC}" dt="2026-03-24T09:49:45.108" v="2677" actId="478"/>
          <ac:picMkLst>
            <pc:docMk/>
            <pc:sldMk cId="1034909017" sldId="342"/>
            <ac:picMk id="5" creationId="{EFD00193-4CB1-4DDF-B296-853208764240}"/>
          </ac:picMkLst>
        </pc:picChg>
        <pc:picChg chg="add del mod">
          <ac:chgData name="YD C" userId="0d18cc71d923e2ec" providerId="LiveId" clId="{BC9519F4-1E48-4345-A777-9CCD64C667EC}" dt="2026-03-24T10:19:01.388" v="2724" actId="478"/>
          <ac:picMkLst>
            <pc:docMk/>
            <pc:sldMk cId="1034909017" sldId="342"/>
            <ac:picMk id="6" creationId="{CD278218-317A-4702-8B8F-2DA757605744}"/>
          </ac:picMkLst>
        </pc:picChg>
        <pc:picChg chg="del">
          <ac:chgData name="YD C" userId="0d18cc71d923e2ec" providerId="LiveId" clId="{BC9519F4-1E48-4345-A777-9CCD64C667EC}" dt="2026-03-24T09:49:45.108" v="2677" actId="478"/>
          <ac:picMkLst>
            <pc:docMk/>
            <pc:sldMk cId="1034909017" sldId="342"/>
            <ac:picMk id="7" creationId="{D80C747F-21E5-4F21-AC6C-35C9763563BE}"/>
          </ac:picMkLst>
        </pc:picChg>
        <pc:picChg chg="add mod">
          <ac:chgData name="YD C" userId="0d18cc71d923e2ec" providerId="LiveId" clId="{BC9519F4-1E48-4345-A777-9CCD64C667EC}" dt="2026-03-24T10:19:03.143" v="2725" actId="1076"/>
          <ac:picMkLst>
            <pc:docMk/>
            <pc:sldMk cId="1034909017" sldId="342"/>
            <ac:picMk id="9" creationId="{30F4EEF2-51B1-4CA4-BE1E-4BA1EE01EB74}"/>
          </ac:picMkLst>
        </pc:picChg>
        <pc:picChg chg="add mod">
          <ac:chgData name="YD C" userId="0d18cc71d923e2ec" providerId="LiveId" clId="{BC9519F4-1E48-4345-A777-9CCD64C667EC}" dt="2026-03-24T10:19:05.561" v="2726" actId="1076"/>
          <ac:picMkLst>
            <pc:docMk/>
            <pc:sldMk cId="1034909017" sldId="342"/>
            <ac:picMk id="14" creationId="{D06996CF-DB45-4F1B-B616-4C7C7F951301}"/>
          </ac:picMkLst>
        </pc:picChg>
      </pc:sldChg>
      <pc:sldChg chg="addSp delSp modSp add mod">
        <pc:chgData name="YD C" userId="0d18cc71d923e2ec" providerId="LiveId" clId="{BC9519F4-1E48-4345-A777-9CCD64C667EC}" dt="2026-03-24T11:06:14.307" v="2889" actId="14100"/>
        <pc:sldMkLst>
          <pc:docMk/>
          <pc:sldMk cId="3201421144" sldId="343"/>
        </pc:sldMkLst>
        <pc:spChg chg="mod">
          <ac:chgData name="YD C" userId="0d18cc71d923e2ec" providerId="LiveId" clId="{BC9519F4-1E48-4345-A777-9CCD64C667EC}" dt="2026-03-24T11:06:14.307" v="2889" actId="14100"/>
          <ac:spMkLst>
            <pc:docMk/>
            <pc:sldMk cId="3201421144" sldId="343"/>
            <ac:spMk id="11" creationId="{4B7EA793-4E7A-4F6E-9BE2-6191CC9F59A7}"/>
          </ac:spMkLst>
        </pc:spChg>
        <pc:picChg chg="add mod">
          <ac:chgData name="YD C" userId="0d18cc71d923e2ec" providerId="LiveId" clId="{BC9519F4-1E48-4345-A777-9CCD64C667EC}" dt="2026-03-24T11:00:30.601" v="2887" actId="1076"/>
          <ac:picMkLst>
            <pc:docMk/>
            <pc:sldMk cId="3201421144" sldId="343"/>
            <ac:picMk id="5" creationId="{F5B60FF2-68C4-4769-8F85-CCEC070C648A}"/>
          </ac:picMkLst>
        </pc:picChg>
        <pc:picChg chg="del">
          <ac:chgData name="YD C" userId="0d18cc71d923e2ec" providerId="LiveId" clId="{BC9519F4-1E48-4345-A777-9CCD64C667EC}" dt="2026-03-24T10:22:53.839" v="2765" actId="478"/>
          <ac:picMkLst>
            <pc:docMk/>
            <pc:sldMk cId="3201421144" sldId="343"/>
            <ac:picMk id="9" creationId="{30F4EEF2-51B1-4CA4-BE1E-4BA1EE01EB74}"/>
          </ac:picMkLst>
        </pc:picChg>
        <pc:picChg chg="del">
          <ac:chgData name="YD C" userId="0d18cc71d923e2ec" providerId="LiveId" clId="{BC9519F4-1E48-4345-A777-9CCD64C667EC}" dt="2026-03-24T10:22:53.839" v="2765" actId="478"/>
          <ac:picMkLst>
            <pc:docMk/>
            <pc:sldMk cId="3201421144" sldId="343"/>
            <ac:picMk id="14" creationId="{D06996CF-DB45-4F1B-B616-4C7C7F951301}"/>
          </ac:picMkLst>
        </pc:picChg>
      </pc:sldChg>
    </pc:docChg>
  </pc:docChgLst>
  <pc:docChgLst>
    <pc:chgData name="YD C" userId="0d18cc71d923e2ec" providerId="LiveId" clId="{F6DD3539-781A-440E-AB74-88C487BEEF7D}"/>
    <pc:docChg chg="undo custSel addSld modSld">
      <pc:chgData name="YD C" userId="0d18cc71d923e2ec" providerId="LiveId" clId="{F6DD3539-781A-440E-AB74-88C487BEEF7D}" dt="2026-03-23T16:52:55.502" v="489" actId="478"/>
      <pc:docMkLst>
        <pc:docMk/>
      </pc:docMkLst>
      <pc:sldChg chg="modSp mod">
        <pc:chgData name="YD C" userId="0d18cc71d923e2ec" providerId="LiveId" clId="{F6DD3539-781A-440E-AB74-88C487BEEF7D}" dt="2026-03-23T15:50:01.202" v="325" actId="1076"/>
        <pc:sldMkLst>
          <pc:docMk/>
          <pc:sldMk cId="0" sldId="266"/>
        </pc:sldMkLst>
        <pc:spChg chg="mod">
          <ac:chgData name="YD C" userId="0d18cc71d923e2ec" providerId="LiveId" clId="{F6DD3539-781A-440E-AB74-88C487BEEF7D}" dt="2026-03-23T15:50:01.202" v="325" actId="1076"/>
          <ac:spMkLst>
            <pc:docMk/>
            <pc:sldMk cId="0" sldId="266"/>
            <ac:spMk id="31" creationId="{00000000-0000-0000-0000-000000000000}"/>
          </ac:spMkLst>
        </pc:spChg>
      </pc:sldChg>
      <pc:sldChg chg="addSp delSp modSp mod modNotesTx">
        <pc:chgData name="YD C" userId="0d18cc71d923e2ec" providerId="LiveId" clId="{F6DD3539-781A-440E-AB74-88C487BEEF7D}" dt="2026-03-23T16:13:19.321" v="410"/>
        <pc:sldMkLst>
          <pc:docMk/>
          <pc:sldMk cId="0" sldId="316"/>
        </pc:sldMkLst>
        <pc:spChg chg="add mod">
          <ac:chgData name="YD C" userId="0d18cc71d923e2ec" providerId="LiveId" clId="{F6DD3539-781A-440E-AB74-88C487BEEF7D}" dt="2026-03-23T16:13:19.321" v="410"/>
          <ac:spMkLst>
            <pc:docMk/>
            <pc:sldMk cId="0" sldId="316"/>
            <ac:spMk id="2" creationId="{8410A983-37E3-D3D9-A271-0B5BDD103C7C}"/>
          </ac:spMkLst>
        </pc:spChg>
        <pc:spChg chg="mod">
          <ac:chgData name="YD C" userId="0d18cc71d923e2ec" providerId="LiveId" clId="{F6DD3539-781A-440E-AB74-88C487BEEF7D}" dt="2026-03-23T15:23:52.751" v="9" actId="120"/>
          <ac:spMkLst>
            <pc:docMk/>
            <pc:sldMk cId="0" sldId="316"/>
            <ac:spMk id="10" creationId="{00000000-0000-0000-0000-000000000000}"/>
          </ac:spMkLst>
        </pc:spChg>
        <pc:spChg chg="del mod">
          <ac:chgData name="YD C" userId="0d18cc71d923e2ec" providerId="LiveId" clId="{F6DD3539-781A-440E-AB74-88C487BEEF7D}" dt="2026-03-23T15:31:25.212" v="10" actId="478"/>
          <ac:spMkLst>
            <pc:docMk/>
            <pc:sldMk cId="0" sldId="316"/>
            <ac:spMk id="16" creationId="{A058F72B-CA8C-4132-A5D9-B286601ECF52}"/>
          </ac:spMkLst>
        </pc:spChg>
        <pc:picChg chg="add mod">
          <ac:chgData name="YD C" userId="0d18cc71d923e2ec" providerId="LiveId" clId="{F6DD3539-781A-440E-AB74-88C487BEEF7D}" dt="2026-03-23T16:12:42.099" v="358" actId="1076"/>
          <ac:picMkLst>
            <pc:docMk/>
            <pc:sldMk cId="0" sldId="316"/>
            <ac:picMk id="6" creationId="{37EDFAE7-6F70-4BFE-2539-93CA13F97749}"/>
          </ac:picMkLst>
        </pc:picChg>
      </pc:sldChg>
      <pc:sldChg chg="modSp mod">
        <pc:chgData name="YD C" userId="0d18cc71d923e2ec" providerId="LiveId" clId="{F6DD3539-781A-440E-AB74-88C487BEEF7D}" dt="2026-03-23T14:58:19.214" v="6" actId="948"/>
        <pc:sldMkLst>
          <pc:docMk/>
          <pc:sldMk cId="3310343029" sldId="327"/>
        </pc:sldMkLst>
        <pc:spChg chg="mod">
          <ac:chgData name="YD C" userId="0d18cc71d923e2ec" providerId="LiveId" clId="{F6DD3539-781A-440E-AB74-88C487BEEF7D}" dt="2026-03-23T14:58:19.214" v="6" actId="948"/>
          <ac:spMkLst>
            <pc:docMk/>
            <pc:sldMk cId="3310343029" sldId="327"/>
            <ac:spMk id="16" creationId="{A058F72B-CA8C-4132-A5D9-B286601ECF52}"/>
          </ac:spMkLst>
        </pc:spChg>
      </pc:sldChg>
      <pc:sldChg chg="modSp mod">
        <pc:chgData name="YD C" userId="0d18cc71d923e2ec" providerId="LiveId" clId="{F6DD3539-781A-440E-AB74-88C487BEEF7D}" dt="2026-03-23T14:57:54.567" v="4" actId="20577"/>
        <pc:sldMkLst>
          <pc:docMk/>
          <pc:sldMk cId="3097406604" sldId="328"/>
        </pc:sldMkLst>
        <pc:spChg chg="mod">
          <ac:chgData name="YD C" userId="0d18cc71d923e2ec" providerId="LiveId" clId="{F6DD3539-781A-440E-AB74-88C487BEEF7D}" dt="2026-03-23T14:57:54.567" v="4" actId="20577"/>
          <ac:spMkLst>
            <pc:docMk/>
            <pc:sldMk cId="3097406604" sldId="328"/>
            <ac:spMk id="13" creationId="{7C03CC48-1FCA-46CD-9997-3EB0AE077AAB}"/>
          </ac:spMkLst>
        </pc:spChg>
      </pc:sldChg>
      <pc:sldChg chg="addSp delSp modSp add mod">
        <pc:chgData name="YD C" userId="0d18cc71d923e2ec" providerId="LiveId" clId="{F6DD3539-781A-440E-AB74-88C487BEEF7D}" dt="2026-03-23T16:36:49.033" v="487" actId="1076"/>
        <pc:sldMkLst>
          <pc:docMk/>
          <pc:sldMk cId="3768994228" sldId="329"/>
        </pc:sldMkLst>
        <pc:spChg chg="mod">
          <ac:chgData name="YD C" userId="0d18cc71d923e2ec" providerId="LiveId" clId="{F6DD3539-781A-440E-AB74-88C487BEEF7D}" dt="2026-03-23T16:36:25.663" v="483"/>
          <ac:spMkLst>
            <pc:docMk/>
            <pc:sldMk cId="3768994228" sldId="329"/>
            <ac:spMk id="2" creationId="{8410A983-37E3-D3D9-A271-0B5BDD103C7C}"/>
          </ac:spMkLst>
        </pc:spChg>
        <pc:picChg chg="del">
          <ac:chgData name="YD C" userId="0d18cc71d923e2ec" providerId="LiveId" clId="{F6DD3539-781A-440E-AB74-88C487BEEF7D}" dt="2026-03-23T16:13:28.410" v="412" actId="478"/>
          <ac:picMkLst>
            <pc:docMk/>
            <pc:sldMk cId="3768994228" sldId="329"/>
            <ac:picMk id="6" creationId="{37EDFAE7-6F70-4BFE-2539-93CA13F97749}"/>
          </ac:picMkLst>
        </pc:picChg>
        <pc:picChg chg="add mod">
          <ac:chgData name="YD C" userId="0d18cc71d923e2ec" providerId="LiveId" clId="{F6DD3539-781A-440E-AB74-88C487BEEF7D}" dt="2026-03-23T16:36:49.033" v="487" actId="1076"/>
          <ac:picMkLst>
            <pc:docMk/>
            <pc:sldMk cId="3768994228" sldId="329"/>
            <ac:picMk id="7" creationId="{1FAF8686-25B4-D37A-A9EB-EAC08699BC3C}"/>
          </ac:picMkLst>
        </pc:picChg>
      </pc:sldChg>
      <pc:sldChg chg="delSp add mod">
        <pc:chgData name="YD C" userId="0d18cc71d923e2ec" providerId="LiveId" clId="{F6DD3539-781A-440E-AB74-88C487BEEF7D}" dt="2026-03-23T16:52:55.502" v="489" actId="478"/>
        <pc:sldMkLst>
          <pc:docMk/>
          <pc:sldMk cId="3257280993" sldId="330"/>
        </pc:sldMkLst>
        <pc:picChg chg="del">
          <ac:chgData name="YD C" userId="0d18cc71d923e2ec" providerId="LiveId" clId="{F6DD3539-781A-440E-AB74-88C487BEEF7D}" dt="2026-03-23T16:52:55.502" v="489" actId="478"/>
          <ac:picMkLst>
            <pc:docMk/>
            <pc:sldMk cId="3257280993" sldId="330"/>
            <ac:picMk id="7" creationId="{1FAF8686-25B4-D37A-A9EB-EAC08699BC3C}"/>
          </ac:picMkLst>
        </pc:picChg>
      </pc:sldChg>
    </pc:docChg>
  </pc:docChgLst>
  <pc:docChgLst>
    <pc:chgData name="YD C" userId="0d18cc71d923e2ec" providerId="LiveId" clId="{EE40E3CB-2CDA-4523-8A40-B7DF303BDDB6}"/>
    <pc:docChg chg="undo custSel addSld delSld modSld sldOrd">
      <pc:chgData name="YD C" userId="0d18cc71d923e2ec" providerId="LiveId" clId="{EE40E3CB-2CDA-4523-8A40-B7DF303BDDB6}" dt="2026-03-16T12:54:03.829" v="6439" actId="1076"/>
      <pc:docMkLst>
        <pc:docMk/>
      </pc:docMkLst>
      <pc:sldChg chg="delSp modSp mod">
        <pc:chgData name="YD C" userId="0d18cc71d923e2ec" providerId="LiveId" clId="{EE40E3CB-2CDA-4523-8A40-B7DF303BDDB6}" dt="2026-03-13T07:41:06.504" v="843"/>
        <pc:sldMkLst>
          <pc:docMk/>
          <pc:sldMk cId="0" sldId="256"/>
        </pc:sldMkLst>
        <pc:spChg chg="mod">
          <ac:chgData name="YD C" userId="0d18cc71d923e2ec" providerId="LiveId" clId="{EE40E3CB-2CDA-4523-8A40-B7DF303BDDB6}" dt="2026-03-13T07:41:06.504" v="843"/>
          <ac:spMkLst>
            <pc:docMk/>
            <pc:sldMk cId="0" sldId="256"/>
            <ac:spMk id="30" creationId="{00000000-0000-0000-0000-000000000000}"/>
          </ac:spMkLst>
        </pc:spChg>
        <pc:spChg chg="mod">
          <ac:chgData name="YD C" userId="0d18cc71d923e2ec" providerId="LiveId" clId="{EE40E3CB-2CDA-4523-8A40-B7DF303BDDB6}" dt="2026-03-13T05:45:16.600" v="240" actId="1076"/>
          <ac:spMkLst>
            <pc:docMk/>
            <pc:sldMk cId="0" sldId="256"/>
            <ac:spMk id="34" creationId="{00000000-0000-0000-0000-000000000000}"/>
          </ac:spMkLst>
        </pc:spChg>
      </pc:sldChg>
      <pc:sldChg chg="addSp delSp modSp mod">
        <pc:chgData name="YD C" userId="0d18cc71d923e2ec" providerId="LiveId" clId="{EE40E3CB-2CDA-4523-8A40-B7DF303BDDB6}" dt="2026-03-13T10:50:00.911" v="3950" actId="1036"/>
        <pc:sldMkLst>
          <pc:docMk/>
          <pc:sldMk cId="0" sldId="257"/>
        </pc:sldMkLst>
        <pc:spChg chg="mod">
          <ac:chgData name="YD C" userId="0d18cc71d923e2ec" providerId="LiveId" clId="{EE40E3CB-2CDA-4523-8A40-B7DF303BDDB6}" dt="2026-03-13T10:50:00.911" v="3950" actId="103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YD C" userId="0d18cc71d923e2ec" providerId="LiveId" clId="{EE40E3CB-2CDA-4523-8A40-B7DF303BDDB6}" dt="2026-03-13T10:50:00.911" v="3950" actId="1036"/>
          <ac:spMkLst>
            <pc:docMk/>
            <pc:sldMk cId="0" sldId="257"/>
            <ac:spMk id="12" creationId="{00000000-0000-0000-0000-000000000000}"/>
          </ac:spMkLst>
        </pc:spChg>
        <pc:spChg chg="add mod">
          <ac:chgData name="YD C" userId="0d18cc71d923e2ec" providerId="LiveId" clId="{EE40E3CB-2CDA-4523-8A40-B7DF303BDDB6}" dt="2026-03-13T10:50:00.911" v="3950" actId="1036"/>
          <ac:spMkLst>
            <pc:docMk/>
            <pc:sldMk cId="0" sldId="257"/>
            <ac:spMk id="18" creationId="{70696D58-11C7-454F-B668-1DED72CDB425}"/>
          </ac:spMkLst>
        </pc:spChg>
        <pc:spChg chg="add mod">
          <ac:chgData name="YD C" userId="0d18cc71d923e2ec" providerId="LiveId" clId="{EE40E3CB-2CDA-4523-8A40-B7DF303BDDB6}" dt="2026-03-13T10:50:00.911" v="3950" actId="1036"/>
          <ac:spMkLst>
            <pc:docMk/>
            <pc:sldMk cId="0" sldId="257"/>
            <ac:spMk id="19" creationId="{CD4AA811-1A31-471F-A845-319D019D9145}"/>
          </ac:spMkLst>
        </pc:spChg>
        <pc:spChg chg="add mod">
          <ac:chgData name="YD C" userId="0d18cc71d923e2ec" providerId="LiveId" clId="{EE40E3CB-2CDA-4523-8A40-B7DF303BDDB6}" dt="2026-03-13T10:50:00.911" v="3950" actId="1036"/>
          <ac:spMkLst>
            <pc:docMk/>
            <pc:sldMk cId="0" sldId="257"/>
            <ac:spMk id="20" creationId="{FD1FAD55-D206-4026-B087-72210FCFAD5A}"/>
          </ac:spMkLst>
        </pc:spChg>
        <pc:spChg chg="mod">
          <ac:chgData name="YD C" userId="0d18cc71d923e2ec" providerId="LiveId" clId="{EE40E3CB-2CDA-4523-8A40-B7DF303BDDB6}" dt="2026-03-13T10:50:00.911" v="3950" actId="1036"/>
          <ac:spMkLst>
            <pc:docMk/>
            <pc:sldMk cId="0" sldId="257"/>
            <ac:spMk id="50" creationId="{00000000-0000-0000-0000-000000000000}"/>
          </ac:spMkLst>
        </pc:spChg>
        <pc:spChg chg="mod">
          <ac:chgData name="YD C" userId="0d18cc71d923e2ec" providerId="LiveId" clId="{EE40E3CB-2CDA-4523-8A40-B7DF303BDDB6}" dt="2026-03-13T10:50:00.911" v="3950" actId="103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YD C" userId="0d18cc71d923e2ec" providerId="LiveId" clId="{EE40E3CB-2CDA-4523-8A40-B7DF303BDDB6}" dt="2026-03-13T10:50:00.911" v="3950" actId="103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YD C" userId="0d18cc71d923e2ec" providerId="LiveId" clId="{EE40E3CB-2CDA-4523-8A40-B7DF303BDDB6}" dt="2026-03-13T10:50:00.911" v="3950" actId="1036"/>
          <ac:spMkLst>
            <pc:docMk/>
            <pc:sldMk cId="0" sldId="257"/>
            <ac:spMk id="68" creationId="{00000000-0000-0000-0000-000000000000}"/>
          </ac:spMkLst>
        </pc:spChg>
      </pc:sldChg>
      <pc:sldChg chg="modSp mod">
        <pc:chgData name="YD C" userId="0d18cc71d923e2ec" providerId="LiveId" clId="{EE40E3CB-2CDA-4523-8A40-B7DF303BDDB6}" dt="2026-03-13T09:37:09.620" v="2215"/>
        <pc:sldMkLst>
          <pc:docMk/>
          <pc:sldMk cId="0" sldId="258"/>
        </pc:sldMkLst>
        <pc:spChg chg="mod">
          <ac:chgData name="YD C" userId="0d18cc71d923e2ec" providerId="LiveId" clId="{EE40E3CB-2CDA-4523-8A40-B7DF303BDDB6}" dt="2026-03-13T09:37:09.620" v="221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YD C" userId="0d18cc71d923e2ec" providerId="LiveId" clId="{EE40E3CB-2CDA-4523-8A40-B7DF303BDDB6}" dt="2026-03-13T09:37:05.553" v="2200" actId="20577"/>
          <ac:spMkLst>
            <pc:docMk/>
            <pc:sldMk cId="0" sldId="258"/>
            <ac:spMk id="50" creationId="{00000000-0000-0000-0000-000000000000}"/>
          </ac:spMkLst>
        </pc:spChg>
      </pc:sldChg>
      <pc:sldChg chg="modSp mod">
        <pc:chgData name="YD C" userId="0d18cc71d923e2ec" providerId="LiveId" clId="{EE40E3CB-2CDA-4523-8A40-B7DF303BDDB6}" dt="2026-03-13T09:06:32.179" v="1845" actId="1076"/>
        <pc:sldMkLst>
          <pc:docMk/>
          <pc:sldMk cId="0" sldId="259"/>
        </pc:sldMkLst>
        <pc:spChg chg="mod">
          <ac:chgData name="YD C" userId="0d18cc71d923e2ec" providerId="LiveId" clId="{EE40E3CB-2CDA-4523-8A40-B7DF303BDDB6}" dt="2026-03-13T09:06:32.179" v="1845" actId="1076"/>
          <ac:spMkLst>
            <pc:docMk/>
            <pc:sldMk cId="0" sldId="259"/>
            <ac:spMk id="10" creationId="{00000000-0000-0000-0000-000000000000}"/>
          </ac:spMkLst>
        </pc:spChg>
      </pc:sldChg>
      <pc:sldChg chg="addSp delSp modSp mod">
        <pc:chgData name="YD C" userId="0d18cc71d923e2ec" providerId="LiveId" clId="{EE40E3CB-2CDA-4523-8A40-B7DF303BDDB6}" dt="2026-03-16T11:20:50.776" v="5762" actId="20577"/>
        <pc:sldMkLst>
          <pc:docMk/>
          <pc:sldMk cId="0" sldId="262"/>
        </pc:sldMkLst>
        <pc:spChg chg="add mod">
          <ac:chgData name="YD C" userId="0d18cc71d923e2ec" providerId="LiveId" clId="{EE40E3CB-2CDA-4523-8A40-B7DF303BDDB6}" dt="2026-03-16T11:20:50.776" v="5762" actId="20577"/>
          <ac:spMkLst>
            <pc:docMk/>
            <pc:sldMk cId="0" sldId="262"/>
            <ac:spMk id="2" creationId="{82DEDDDF-C776-4005-A1DB-CE43455864DC}"/>
          </ac:spMkLst>
        </pc:spChg>
        <pc:spChg chg="mod">
          <ac:chgData name="YD C" userId="0d18cc71d923e2ec" providerId="LiveId" clId="{EE40E3CB-2CDA-4523-8A40-B7DF303BDDB6}" dt="2026-03-13T09:25:52.275" v="1920" actId="120"/>
          <ac:spMkLst>
            <pc:docMk/>
            <pc:sldMk cId="0" sldId="262"/>
            <ac:spMk id="10" creationId="{00000000-0000-0000-0000-000000000000}"/>
          </ac:spMkLst>
        </pc:spChg>
        <pc:picChg chg="add mod">
          <ac:chgData name="YD C" userId="0d18cc71d923e2ec" providerId="LiveId" clId="{EE40E3CB-2CDA-4523-8A40-B7DF303BDDB6}" dt="2026-03-13T07:33:50.166" v="289" actId="1076"/>
          <ac:picMkLst>
            <pc:docMk/>
            <pc:sldMk cId="0" sldId="262"/>
            <ac:picMk id="6" creationId="{ED3C2545-3DC9-493D-A6F9-0B05A0993FCF}"/>
          </ac:picMkLst>
        </pc:picChg>
      </pc:sldChg>
      <pc:sldChg chg="addSp delSp modSp add del mod">
        <pc:chgData name="YD C" userId="0d18cc71d923e2ec" providerId="LiveId" clId="{EE40E3CB-2CDA-4523-8A40-B7DF303BDDB6}" dt="2026-03-16T11:20:34.921" v="5751"/>
        <pc:sldMkLst>
          <pc:docMk/>
          <pc:sldMk cId="0" sldId="316"/>
        </pc:sldMkLst>
        <pc:spChg chg="mod">
          <ac:chgData name="YD C" userId="0d18cc71d923e2ec" providerId="LiveId" clId="{EE40E3CB-2CDA-4523-8A40-B7DF303BDDB6}" dt="2026-03-13T09:16:50.677" v="1860"/>
          <ac:spMkLst>
            <pc:docMk/>
            <pc:sldMk cId="0" sldId="316"/>
            <ac:spMk id="10" creationId="{00000000-0000-0000-0000-000000000000}"/>
          </ac:spMkLst>
        </pc:spChg>
        <pc:spChg chg="add mod">
          <ac:chgData name="YD C" userId="0d18cc71d923e2ec" providerId="LiveId" clId="{EE40E3CB-2CDA-4523-8A40-B7DF303BDDB6}" dt="2026-03-16T11:20:34.921" v="5751"/>
          <ac:spMkLst>
            <pc:docMk/>
            <pc:sldMk cId="0" sldId="316"/>
            <ac:spMk id="16" creationId="{A058F72B-CA8C-4132-A5D9-B286601ECF52}"/>
          </ac:spMkLst>
        </pc:spChg>
      </pc:sldChg>
      <pc:sldChg chg="delSp modSp add mod setBg">
        <pc:chgData name="YD C" userId="0d18cc71d923e2ec" providerId="LiveId" clId="{EE40E3CB-2CDA-4523-8A40-B7DF303BDDB6}" dt="2026-03-16T12:23:19.650" v="6118" actId="20577"/>
        <pc:sldMkLst>
          <pc:docMk/>
          <pc:sldMk cId="3470267755" sldId="319"/>
        </pc:sldMkLst>
        <pc:spChg chg="mod">
          <ac:chgData name="YD C" userId="0d18cc71d923e2ec" providerId="LiveId" clId="{EE40E3CB-2CDA-4523-8A40-B7DF303BDDB6}" dt="2026-03-16T12:23:19.650" v="6118" actId="20577"/>
          <ac:spMkLst>
            <pc:docMk/>
            <pc:sldMk cId="3470267755" sldId="319"/>
            <ac:spMk id="2" creationId="{82DEDDDF-C776-4005-A1DB-CE43455864DC}"/>
          </ac:spMkLst>
        </pc:spChg>
        <pc:spChg chg="mod">
          <ac:chgData name="YD C" userId="0d18cc71d923e2ec" providerId="LiveId" clId="{EE40E3CB-2CDA-4523-8A40-B7DF303BDDB6}" dt="2026-03-13T09:25:50.008" v="1919" actId="120"/>
          <ac:spMkLst>
            <pc:docMk/>
            <pc:sldMk cId="3470267755" sldId="319"/>
            <ac:spMk id="10" creationId="{00000000-0000-0000-0000-000000000000}"/>
          </ac:spMkLst>
        </pc:spChg>
      </pc:sldChg>
      <pc:sldChg chg="modSp add mod">
        <pc:chgData name="YD C" userId="0d18cc71d923e2ec" providerId="LiveId" clId="{EE40E3CB-2CDA-4523-8A40-B7DF303BDDB6}" dt="2026-03-16T12:38:11.676" v="6413" actId="207"/>
        <pc:sldMkLst>
          <pc:docMk/>
          <pc:sldMk cId="2191532299" sldId="320"/>
        </pc:sldMkLst>
        <pc:spChg chg="mod">
          <ac:chgData name="YD C" userId="0d18cc71d923e2ec" providerId="LiveId" clId="{EE40E3CB-2CDA-4523-8A40-B7DF303BDDB6}" dt="2026-03-16T12:38:11.676" v="6413" actId="207"/>
          <ac:spMkLst>
            <pc:docMk/>
            <pc:sldMk cId="2191532299" sldId="320"/>
            <ac:spMk id="2" creationId="{82DEDDDF-C776-4005-A1DB-CE43455864DC}"/>
          </ac:spMkLst>
        </pc:spChg>
        <pc:spChg chg="mod">
          <ac:chgData name="YD C" userId="0d18cc71d923e2ec" providerId="LiveId" clId="{EE40E3CB-2CDA-4523-8A40-B7DF303BDDB6}" dt="2026-03-13T09:26:25.478" v="1926" actId="20577"/>
          <ac:spMkLst>
            <pc:docMk/>
            <pc:sldMk cId="2191532299" sldId="320"/>
            <ac:spMk id="10" creationId="{00000000-0000-0000-0000-000000000000}"/>
          </ac:spMkLst>
        </pc:spChg>
      </pc:sldChg>
      <pc:sldChg chg="add">
        <pc:chgData name="YD C" userId="0d18cc71d923e2ec" providerId="LiveId" clId="{EE40E3CB-2CDA-4523-8A40-B7DF303BDDB6}" dt="2026-03-13T09:37:02.665" v="2198"/>
        <pc:sldMkLst>
          <pc:docMk/>
          <pc:sldMk cId="2493740343" sldId="321"/>
        </pc:sldMkLst>
      </pc:sldChg>
      <pc:sldChg chg="delSp modSp add mod ord setBg">
        <pc:chgData name="YD C" userId="0d18cc71d923e2ec" providerId="LiveId" clId="{EE40E3CB-2CDA-4523-8A40-B7DF303BDDB6}" dt="2026-03-16T11:20:03.824" v="5733"/>
        <pc:sldMkLst>
          <pc:docMk/>
          <pc:sldMk cId="3434225180" sldId="322"/>
        </pc:sldMkLst>
        <pc:spChg chg="mod">
          <ac:chgData name="YD C" userId="0d18cc71d923e2ec" providerId="LiveId" clId="{EE40E3CB-2CDA-4523-8A40-B7DF303BDDB6}" dt="2026-03-16T11:20:03.824" v="5733"/>
          <ac:spMkLst>
            <pc:docMk/>
            <pc:sldMk cId="3434225180" sldId="322"/>
            <ac:spMk id="2" creationId="{82DEDDDF-C776-4005-A1DB-CE43455864DC}"/>
          </ac:spMkLst>
        </pc:spChg>
        <pc:spChg chg="mod">
          <ac:chgData name="YD C" userId="0d18cc71d923e2ec" providerId="LiveId" clId="{EE40E3CB-2CDA-4523-8A40-B7DF303BDDB6}" dt="2026-03-13T09:37:28.730" v="2242" actId="6549"/>
          <ac:spMkLst>
            <pc:docMk/>
            <pc:sldMk cId="3434225180" sldId="322"/>
            <ac:spMk id="10" creationId="{00000000-0000-0000-0000-000000000000}"/>
          </ac:spMkLst>
        </pc:spChg>
      </pc:sldChg>
      <pc:sldChg chg="addSp delSp modSp add mod modNotesTx">
        <pc:chgData name="YD C" userId="0d18cc71d923e2ec" providerId="LiveId" clId="{EE40E3CB-2CDA-4523-8A40-B7DF303BDDB6}" dt="2026-03-16T12:54:03.829" v="6439" actId="1076"/>
        <pc:sldMkLst>
          <pc:docMk/>
          <pc:sldMk cId="3185886426" sldId="323"/>
        </pc:sldMkLst>
        <pc:spChg chg="mod">
          <ac:chgData name="YD C" userId="0d18cc71d923e2ec" providerId="LiveId" clId="{EE40E3CB-2CDA-4523-8A40-B7DF303BDDB6}" dt="2026-03-16T12:53:23.920" v="6426" actId="20577"/>
          <ac:spMkLst>
            <pc:docMk/>
            <pc:sldMk cId="3185886426" sldId="323"/>
            <ac:spMk id="2" creationId="{82DEDDDF-C776-4005-A1DB-CE43455864DC}"/>
          </ac:spMkLst>
        </pc:spChg>
        <pc:picChg chg="add del mod">
          <ac:chgData name="YD C" userId="0d18cc71d923e2ec" providerId="LiveId" clId="{EE40E3CB-2CDA-4523-8A40-B7DF303BDDB6}" dt="2026-03-16T12:53:34.715" v="6434" actId="22"/>
          <ac:picMkLst>
            <pc:docMk/>
            <pc:sldMk cId="3185886426" sldId="323"/>
            <ac:picMk id="6" creationId="{97D98626-A703-4BE4-A2DC-128506A13739}"/>
          </ac:picMkLst>
        </pc:picChg>
        <pc:picChg chg="add mod">
          <ac:chgData name="YD C" userId="0d18cc71d923e2ec" providerId="LiveId" clId="{EE40E3CB-2CDA-4523-8A40-B7DF303BDDB6}" dt="2026-03-16T12:54:03.829" v="6439" actId="1076"/>
          <ac:picMkLst>
            <pc:docMk/>
            <pc:sldMk cId="3185886426" sldId="323"/>
            <ac:picMk id="8" creationId="{8EB22C55-DE94-4115-A053-08CB1F874060}"/>
          </ac:picMkLst>
        </pc:picChg>
      </pc:sldChg>
      <pc:sldChg chg="addSp delSp modSp add mod">
        <pc:chgData name="YD C" userId="0d18cc71d923e2ec" providerId="LiveId" clId="{EE40E3CB-2CDA-4523-8A40-B7DF303BDDB6}" dt="2026-03-16T09:50:46.362" v="5481"/>
        <pc:sldMkLst>
          <pc:docMk/>
          <pc:sldMk cId="1639185864" sldId="324"/>
        </pc:sldMkLst>
        <pc:spChg chg="del">
          <ac:chgData name="YD C" userId="0d18cc71d923e2ec" providerId="LiveId" clId="{EE40E3CB-2CDA-4523-8A40-B7DF303BDDB6}" dt="2026-03-16T09:09:53.258" v="5083" actId="478"/>
          <ac:spMkLst>
            <pc:docMk/>
            <pc:sldMk cId="1639185864" sldId="324"/>
            <ac:spMk id="2" creationId="{82DEDDDF-C776-4005-A1DB-CE43455864DC}"/>
          </ac:spMkLst>
        </pc:spChg>
        <pc:spChg chg="add mod">
          <ac:chgData name="YD C" userId="0d18cc71d923e2ec" providerId="LiveId" clId="{EE40E3CB-2CDA-4523-8A40-B7DF303BDDB6}" dt="2026-03-16T09:49:41.165" v="5410" actId="255"/>
          <ac:spMkLst>
            <pc:docMk/>
            <pc:sldMk cId="1639185864" sldId="324"/>
            <ac:spMk id="17" creationId="{C0835251-6FB0-4A5A-8F02-C890AF94711D}"/>
          </ac:spMkLst>
        </pc:spChg>
        <pc:spChg chg="add mod">
          <ac:chgData name="YD C" userId="0d18cc71d923e2ec" providerId="LiveId" clId="{EE40E3CB-2CDA-4523-8A40-B7DF303BDDB6}" dt="2026-03-16T09:50:46.362" v="5481"/>
          <ac:spMkLst>
            <pc:docMk/>
            <pc:sldMk cId="1639185864" sldId="324"/>
            <ac:spMk id="18" creationId="{60278918-B319-43BD-A1BA-29C534FC1B79}"/>
          </ac:spMkLst>
        </pc:spChg>
        <pc:picChg chg="add del mod">
          <ac:chgData name="YD C" userId="0d18cc71d923e2ec" providerId="LiveId" clId="{EE40E3CB-2CDA-4523-8A40-B7DF303BDDB6}" dt="2026-03-16T09:10:12.803" v="5085" actId="478"/>
          <ac:picMkLst>
            <pc:docMk/>
            <pc:sldMk cId="1639185864" sldId="324"/>
            <ac:picMk id="6" creationId="{98249BEF-7A02-4DA7-9B65-AB2549628E56}"/>
          </ac:picMkLst>
        </pc:picChg>
        <pc:picChg chg="add del mod">
          <ac:chgData name="YD C" userId="0d18cc71d923e2ec" providerId="LiveId" clId="{EE40E3CB-2CDA-4523-8A40-B7DF303BDDB6}" dt="2026-03-16T09:32:50.481" v="5094" actId="478"/>
          <ac:picMkLst>
            <pc:docMk/>
            <pc:sldMk cId="1639185864" sldId="324"/>
            <ac:picMk id="8" creationId="{C0C19013-2CD5-4460-9DC1-CFFBB615C676}"/>
          </ac:picMkLst>
        </pc:picChg>
        <pc:picChg chg="add del mod">
          <ac:chgData name="YD C" userId="0d18cc71d923e2ec" providerId="LiveId" clId="{EE40E3CB-2CDA-4523-8A40-B7DF303BDDB6}" dt="2026-03-16T09:48:28.658" v="5353" actId="478"/>
          <ac:picMkLst>
            <pc:docMk/>
            <pc:sldMk cId="1639185864" sldId="324"/>
            <ac:picMk id="14" creationId="{0A9A4A56-A5E1-429E-B540-D6C98340C53B}"/>
          </ac:picMkLst>
        </pc:picChg>
        <pc:picChg chg="add mod">
          <ac:chgData name="YD C" userId="0d18cc71d923e2ec" providerId="LiveId" clId="{EE40E3CB-2CDA-4523-8A40-B7DF303BDDB6}" dt="2026-03-16T09:48:46.880" v="5359" actId="1076"/>
          <ac:picMkLst>
            <pc:docMk/>
            <pc:sldMk cId="1639185864" sldId="324"/>
            <ac:picMk id="16" creationId="{A5C8FEDD-34BA-4AA1-B048-FF8ABE2EE0E3}"/>
          </ac:picMkLst>
        </pc:picChg>
        <pc:cxnChg chg="add del">
          <ac:chgData name="YD C" userId="0d18cc71d923e2ec" providerId="LiveId" clId="{EE40E3CB-2CDA-4523-8A40-B7DF303BDDB6}" dt="2026-03-16T09:20:08.479" v="5093" actId="11529"/>
          <ac:cxnSpMkLst>
            <pc:docMk/>
            <pc:sldMk cId="1639185864" sldId="324"/>
            <ac:cxnSpMk id="11" creationId="{B87D2502-75CB-488C-84FA-93821CB377DE}"/>
          </ac:cxnSpMkLst>
        </pc:cxnChg>
      </pc:sldChg>
      <pc:sldChg chg="modSp add del mod">
        <pc:chgData name="YD C" userId="0d18cc71d923e2ec" providerId="LiveId" clId="{EE40E3CB-2CDA-4523-8A40-B7DF303BDDB6}" dt="2026-03-16T12:23:29.216" v="6119" actId="47"/>
        <pc:sldMkLst>
          <pc:docMk/>
          <pc:sldMk cId="1462579636" sldId="325"/>
        </pc:sldMkLst>
        <pc:spChg chg="mod">
          <ac:chgData name="YD C" userId="0d18cc71d923e2ec" providerId="LiveId" clId="{EE40E3CB-2CDA-4523-8A40-B7DF303BDDB6}" dt="2026-03-16T12:20:08.010" v="5884" actId="20577"/>
          <ac:spMkLst>
            <pc:docMk/>
            <pc:sldMk cId="1462579636" sldId="325"/>
            <ac:spMk id="2" creationId="{82DEDDDF-C776-4005-A1DB-CE43455864D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中宋简" panose="02010609000101010101" charset="-128"/>
              <a:ea typeface="汉仪中宋简" panose="02010609000101010101" charset="-128"/>
              <a:cs typeface="汉仪中宋简" panose="02010609000101010101" charset="-128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汉仪中宋简" panose="02010609000101010101" charset="-128"/>
              </a:rPr>
              <a:t>2026/5/11</a:t>
            </a:fld>
            <a:endParaRPr lang="zh-CN" altLang="en-US">
              <a:cs typeface="汉仪中宋简" panose="02010609000101010101" charset="-128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中宋简" panose="02010609000101010101" charset="-128"/>
              <a:ea typeface="汉仪中宋简" panose="02010609000101010101" charset="-128"/>
              <a:cs typeface="汉仪中宋简" panose="02010609000101010101" charset="-128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汉仪中宋简" panose="02010609000101010101" charset="-128"/>
              </a:rPr>
              <a:t>‹#›</a:t>
            </a:fld>
            <a:endParaRPr lang="zh-CN" altLang="en-US">
              <a:cs typeface="汉仪中宋简" panose="0201060900010101010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fld id="{D2A48B96-639E-45A3-A0BA-2464DFDB1FAA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汉仪中宋简" panose="02010609000101010101" charset="-128"/>
        <a:ea typeface="汉仪中宋简" panose="02010609000101010101" charset="-128"/>
        <a:cs typeface="汉仪中宋简" panose="02010609000101010101" charset="-12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中宋简" panose="02010609000101010101" charset="-128"/>
        <a:ea typeface="汉仪中宋简" panose="02010609000101010101" charset="-128"/>
        <a:cs typeface="汉仪中宋简" panose="02010609000101010101" charset="-12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中宋简" panose="02010609000101010101" charset="-128"/>
        <a:ea typeface="汉仪中宋简" panose="02010609000101010101" charset="-128"/>
        <a:cs typeface="汉仪中宋简" panose="02010609000101010101" charset="-12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中宋简" panose="02010609000101010101" charset="-128"/>
        <a:ea typeface="汉仪中宋简" panose="02010609000101010101" charset="-128"/>
        <a:cs typeface="汉仪中宋简" panose="02010609000101010101" charset="-12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中宋简" panose="02010609000101010101" charset="-128"/>
        <a:ea typeface="汉仪中宋简" panose="02010609000101010101" charset="-128"/>
        <a:cs typeface="汉仪中宋简" panose="02010609000101010101" charset="-12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en-US" altLang="zh-CN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1324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91382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49183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91512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28333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75091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89893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52501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Xcorr</a:t>
            </a:r>
            <a:r>
              <a:rPr lang="en-US" altLang="zh-CN" sz="12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互相关分析</a:t>
            </a:r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268449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Xcorr</a:t>
            </a:r>
            <a:r>
              <a:rPr lang="en-US" altLang="zh-CN" sz="12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互相关分析</a:t>
            </a:r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657877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1130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作者先搭了一个比较全面的评估矩阵。目标检测器选了 </a:t>
            </a:r>
            <a:r>
              <a:rPr lang="en-US" altLang="zh-CN" dirty="0"/>
              <a:t>4 </a:t>
            </a:r>
            <a:r>
              <a:rPr lang="zh-CN" altLang="en-US" dirty="0"/>
              <a:t>个：</a:t>
            </a:r>
            <a:r>
              <a:rPr lang="en-US" altLang="zh-CN" b="1" dirty="0"/>
              <a:t>Apollo Detector</a:t>
            </a:r>
            <a:r>
              <a:rPr lang="zh-CN" altLang="en-US" b="1" dirty="0"/>
              <a:t>（</a:t>
            </a:r>
            <a:r>
              <a:rPr lang="en-US" altLang="zh-CN" b="1" dirty="0" err="1"/>
              <a:t>ApoD</a:t>
            </a:r>
            <a:r>
              <a:rPr lang="zh-CN" altLang="en-US" b="1" dirty="0"/>
              <a:t>）</a:t>
            </a:r>
            <a:r>
              <a:rPr lang="zh-CN" altLang="en-US" dirty="0"/>
              <a:t>、</a:t>
            </a:r>
            <a:r>
              <a:rPr lang="en-US" altLang="zh-CN" b="1" dirty="0"/>
              <a:t>YOLOv3</a:t>
            </a:r>
            <a:r>
              <a:rPr lang="zh-CN" altLang="en-US" b="1" dirty="0"/>
              <a:t>（</a:t>
            </a:r>
            <a:r>
              <a:rPr lang="en-US" altLang="zh-CN" b="1" dirty="0"/>
              <a:t>Y3</a:t>
            </a:r>
            <a:r>
              <a:rPr lang="zh-CN" altLang="en-US" b="1" dirty="0"/>
              <a:t>）</a:t>
            </a:r>
            <a:r>
              <a:rPr lang="zh-CN" altLang="en-US" dirty="0"/>
              <a:t>、</a:t>
            </a:r>
            <a:r>
              <a:rPr lang="en-US" altLang="zh-CN" b="1" dirty="0"/>
              <a:t>YOLOv5</a:t>
            </a:r>
            <a:r>
              <a:rPr lang="zh-CN" altLang="en-US" b="1" dirty="0"/>
              <a:t>（</a:t>
            </a:r>
            <a:r>
              <a:rPr lang="en-US" altLang="zh-CN" b="1" dirty="0"/>
              <a:t>Y5</a:t>
            </a:r>
            <a:r>
              <a:rPr lang="zh-CN" altLang="en-US" b="1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b="1" dirty="0"/>
              <a:t>YOLOX</a:t>
            </a:r>
            <a:r>
              <a:rPr lang="zh-CN" altLang="en-US" b="1" dirty="0"/>
              <a:t>（</a:t>
            </a:r>
            <a:r>
              <a:rPr lang="en-US" altLang="zh-CN" b="1" dirty="0"/>
              <a:t>YX</a:t>
            </a:r>
            <a:r>
              <a:rPr lang="zh-CN" altLang="en-US" b="1" dirty="0"/>
              <a:t>）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其中 </a:t>
            </a:r>
            <a:r>
              <a:rPr lang="en-US" altLang="zh-CN" dirty="0"/>
              <a:t>YOLOX </a:t>
            </a:r>
            <a:r>
              <a:rPr lang="zh-CN" altLang="en-US" dirty="0"/>
              <a:t>是 </a:t>
            </a:r>
            <a:r>
              <a:rPr lang="en-US" altLang="zh-CN" dirty="0"/>
              <a:t>anchor-free detector</a:t>
            </a:r>
            <a:r>
              <a:rPr lang="zh-CN" altLang="en-US" dirty="0"/>
              <a:t>，其余更多体现 </a:t>
            </a:r>
            <a:r>
              <a:rPr lang="en-US" altLang="zh-CN" dirty="0"/>
              <a:t>anchor-based </a:t>
            </a:r>
            <a:r>
              <a:rPr lang="zh-CN" altLang="en-US" dirty="0"/>
              <a:t>系列思路。</a:t>
            </a:r>
            <a:endParaRPr lang="en-US" altLang="zh-CN" dirty="0"/>
          </a:p>
          <a:p>
            <a:r>
              <a:rPr lang="en-US" altLang="zh-CN" dirty="0"/>
              <a:t>MOT </a:t>
            </a:r>
            <a:r>
              <a:rPr lang="zh-CN" altLang="en-US" dirty="0"/>
              <a:t>算法也选了 </a:t>
            </a:r>
            <a:r>
              <a:rPr lang="en-US" altLang="zh-CN" dirty="0"/>
              <a:t>4 </a:t>
            </a:r>
            <a:r>
              <a:rPr lang="zh-CN" altLang="en-US" dirty="0"/>
              <a:t>个：</a:t>
            </a:r>
            <a:r>
              <a:rPr lang="en-US" altLang="zh-CN" b="1" dirty="0"/>
              <a:t>Apollo Tracker</a:t>
            </a:r>
            <a:r>
              <a:rPr lang="zh-CN" altLang="en-US" b="1" dirty="0"/>
              <a:t>（</a:t>
            </a:r>
            <a:r>
              <a:rPr lang="en-US" altLang="zh-CN" b="1" dirty="0" err="1"/>
              <a:t>ApoT</a:t>
            </a:r>
            <a:r>
              <a:rPr lang="zh-CN" altLang="en-US" b="1" dirty="0"/>
              <a:t>）</a:t>
            </a:r>
            <a:r>
              <a:rPr lang="zh-CN" altLang="en-US" dirty="0"/>
              <a:t>、</a:t>
            </a:r>
            <a:r>
              <a:rPr lang="en-US" altLang="zh-CN" b="1" dirty="0" err="1"/>
              <a:t>BoT</a:t>
            </a:r>
            <a:r>
              <a:rPr lang="en-US" altLang="zh-CN" b="1" dirty="0"/>
              <a:t>-SORT</a:t>
            </a:r>
            <a:r>
              <a:rPr lang="zh-CN" altLang="en-US" dirty="0"/>
              <a:t>、</a:t>
            </a:r>
            <a:r>
              <a:rPr lang="en-US" altLang="zh-CN" b="1" dirty="0" err="1"/>
              <a:t>ByteTrack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b="1" dirty="0" err="1"/>
              <a:t>StrongSORT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数据集用了两个自动驾驶常用数据集：</a:t>
            </a:r>
            <a:r>
              <a:rPr lang="en-US" altLang="zh-CN" b="1" dirty="0"/>
              <a:t>BDD</a:t>
            </a:r>
            <a:r>
              <a:rPr lang="zh-CN" altLang="en-US" dirty="0"/>
              <a:t> 和 </a:t>
            </a:r>
            <a:r>
              <a:rPr lang="en-US" altLang="zh-CN" b="1" dirty="0"/>
              <a:t>KITTI</a:t>
            </a:r>
            <a:r>
              <a:rPr lang="zh-CN" altLang="en-US" dirty="0"/>
              <a:t>。在 </a:t>
            </a:r>
            <a:r>
              <a:rPr lang="en-US" altLang="zh-CN" dirty="0"/>
              <a:t>BDD </a:t>
            </a:r>
            <a:r>
              <a:rPr lang="zh-CN" altLang="en-US" dirty="0"/>
              <a:t>中随机选了 </a:t>
            </a:r>
            <a:r>
              <a:rPr lang="en-US" altLang="zh-CN" dirty="0"/>
              <a:t>20 </a:t>
            </a:r>
            <a:r>
              <a:rPr lang="zh-CN" altLang="en-US" dirty="0"/>
              <a:t>个 </a:t>
            </a:r>
            <a:r>
              <a:rPr lang="en-US" altLang="zh-CN" dirty="0"/>
              <a:t>clips</a:t>
            </a:r>
            <a:r>
              <a:rPr lang="zh-CN" altLang="en-US" dirty="0"/>
              <a:t>，其中 </a:t>
            </a:r>
            <a:r>
              <a:rPr lang="en-US" altLang="zh-CN" dirty="0"/>
              <a:t>10 </a:t>
            </a:r>
            <a:r>
              <a:rPr lang="zh-CN" altLang="en-US" dirty="0"/>
              <a:t>个用于 </a:t>
            </a:r>
            <a:r>
              <a:rPr lang="en-US" altLang="zh-CN" dirty="0"/>
              <a:t>move-in</a:t>
            </a:r>
            <a:r>
              <a:rPr lang="zh-CN" altLang="en-US" dirty="0"/>
              <a:t>，</a:t>
            </a:r>
            <a:r>
              <a:rPr lang="en-US" altLang="zh-CN" dirty="0"/>
              <a:t>10 </a:t>
            </a:r>
            <a:r>
              <a:rPr lang="zh-CN" altLang="en-US" dirty="0"/>
              <a:t>个用于 </a:t>
            </a:r>
            <a:r>
              <a:rPr lang="en-US" altLang="zh-CN" dirty="0"/>
              <a:t>move-out</a:t>
            </a:r>
            <a:r>
              <a:rPr lang="zh-CN" altLang="en-US" dirty="0"/>
              <a:t>；</a:t>
            </a:r>
            <a:r>
              <a:rPr lang="en-US" altLang="zh-CN" dirty="0"/>
              <a:t>KITTI </a:t>
            </a:r>
            <a:r>
              <a:rPr lang="zh-CN" altLang="en-US" dirty="0"/>
              <a:t>也做了类似选择。每个 </a:t>
            </a:r>
            <a:r>
              <a:rPr lang="en-US" altLang="zh-CN" dirty="0"/>
              <a:t>clip </a:t>
            </a:r>
            <a:r>
              <a:rPr lang="zh-CN" altLang="en-US" dirty="0"/>
              <a:t>中手动指定一个目标车辆。为了让攻击更接近现实，作者限制补丁尺寸，平均约为目标车辆像素面积的 </a:t>
            </a:r>
            <a:r>
              <a:rPr lang="en-US" altLang="zh-CN" b="1" dirty="0"/>
              <a:t>12%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Evaluation </a:t>
            </a:r>
            <a:r>
              <a:rPr lang="zh-CN" altLang="en-US" dirty="0"/>
              <a:t>的核心指标有两个：</a:t>
            </a:r>
            <a:endParaRPr lang="en-US" altLang="zh-CN" dirty="0"/>
          </a:p>
          <a:p>
            <a:r>
              <a:rPr lang="en-US" altLang="zh-CN" b="1" dirty="0"/>
              <a:t>ASR</a:t>
            </a:r>
            <a:r>
              <a:rPr lang="zh-CN" altLang="en-US" b="1" dirty="0"/>
              <a:t>（</a:t>
            </a:r>
            <a:r>
              <a:rPr lang="en-US" altLang="zh-CN" b="1" dirty="0"/>
              <a:t>Attack Success Rate</a:t>
            </a:r>
            <a:r>
              <a:rPr lang="zh-CN" altLang="en-US" b="1" dirty="0"/>
              <a:t>）</a:t>
            </a:r>
            <a:r>
              <a:rPr lang="zh-CN" altLang="en-US" dirty="0"/>
              <a:t>：攻击成功率。这里的成功不是简单让 </a:t>
            </a:r>
            <a:r>
              <a:rPr lang="en-US" altLang="zh-CN" dirty="0"/>
              <a:t>detector </a:t>
            </a:r>
            <a:r>
              <a:rPr lang="zh-CN" altLang="en-US" dirty="0"/>
              <a:t>出错，而是攻击结束后，目标车辆的 </a:t>
            </a:r>
            <a:r>
              <a:rPr lang="en-US" altLang="zh-CN" dirty="0"/>
              <a:t>detection BBOX </a:t>
            </a:r>
            <a:r>
              <a:rPr lang="zh-CN" altLang="en-US" dirty="0"/>
              <a:t>不能再和已有 </a:t>
            </a:r>
            <a:r>
              <a:rPr lang="en-US" altLang="zh-CN" dirty="0"/>
              <a:t>tracker </a:t>
            </a:r>
            <a:r>
              <a:rPr lang="zh-CN" altLang="en-US" dirty="0"/>
              <a:t>正确关联。</a:t>
            </a:r>
          </a:p>
          <a:p>
            <a:r>
              <a:rPr lang="en-US" altLang="zh-CN" b="1" dirty="0"/>
              <a:t>Frame #</a:t>
            </a:r>
            <a:r>
              <a:rPr lang="zh-CN" altLang="en-US" dirty="0"/>
              <a:t>：完成一次有效攻击平均需要多少帧。这个指标很重要，因为 </a:t>
            </a:r>
            <a:r>
              <a:rPr lang="en-US" altLang="zh-CN" dirty="0" err="1"/>
              <a:t>ControlLoc</a:t>
            </a:r>
            <a:r>
              <a:rPr lang="en-US" altLang="zh-CN" dirty="0"/>
              <a:t> </a:t>
            </a:r>
            <a:r>
              <a:rPr lang="zh-CN" altLang="en-US" dirty="0"/>
              <a:t>的卖点就是只需要少数帧成功，就能利用 </a:t>
            </a:r>
            <a:r>
              <a:rPr lang="en-US" altLang="zh-CN" dirty="0"/>
              <a:t>MOT </a:t>
            </a:r>
            <a:r>
              <a:rPr lang="zh-CN" altLang="en-US" dirty="0"/>
              <a:t>的持续机制造成更长时间影响。</a:t>
            </a:r>
          </a:p>
          <a:p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5843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作者先搭了一个比较全面的评估矩阵。目标检测器选了 </a:t>
            </a:r>
            <a:r>
              <a:rPr lang="en-US" altLang="zh-CN" dirty="0"/>
              <a:t>4 </a:t>
            </a:r>
            <a:r>
              <a:rPr lang="zh-CN" altLang="en-US" dirty="0"/>
              <a:t>个：</a:t>
            </a:r>
            <a:r>
              <a:rPr lang="en-US" altLang="zh-CN" b="1" dirty="0"/>
              <a:t>Apollo Detector</a:t>
            </a:r>
            <a:r>
              <a:rPr lang="zh-CN" altLang="en-US" b="1" dirty="0"/>
              <a:t>（</a:t>
            </a:r>
            <a:r>
              <a:rPr lang="en-US" altLang="zh-CN" b="1" dirty="0" err="1"/>
              <a:t>ApoD</a:t>
            </a:r>
            <a:r>
              <a:rPr lang="zh-CN" altLang="en-US" b="1" dirty="0"/>
              <a:t>）</a:t>
            </a:r>
            <a:r>
              <a:rPr lang="zh-CN" altLang="en-US" dirty="0"/>
              <a:t>、</a:t>
            </a:r>
            <a:r>
              <a:rPr lang="en-US" altLang="zh-CN" b="1" dirty="0"/>
              <a:t>YOLOv3</a:t>
            </a:r>
            <a:r>
              <a:rPr lang="zh-CN" altLang="en-US" b="1" dirty="0"/>
              <a:t>（</a:t>
            </a:r>
            <a:r>
              <a:rPr lang="en-US" altLang="zh-CN" b="1" dirty="0"/>
              <a:t>Y3</a:t>
            </a:r>
            <a:r>
              <a:rPr lang="zh-CN" altLang="en-US" b="1" dirty="0"/>
              <a:t>）</a:t>
            </a:r>
            <a:r>
              <a:rPr lang="zh-CN" altLang="en-US" dirty="0"/>
              <a:t>、</a:t>
            </a:r>
            <a:r>
              <a:rPr lang="en-US" altLang="zh-CN" b="1" dirty="0"/>
              <a:t>YOLOv5</a:t>
            </a:r>
            <a:r>
              <a:rPr lang="zh-CN" altLang="en-US" b="1" dirty="0"/>
              <a:t>（</a:t>
            </a:r>
            <a:r>
              <a:rPr lang="en-US" altLang="zh-CN" b="1" dirty="0"/>
              <a:t>Y5</a:t>
            </a:r>
            <a:r>
              <a:rPr lang="zh-CN" altLang="en-US" b="1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b="1" dirty="0"/>
              <a:t>YOLOX</a:t>
            </a:r>
            <a:r>
              <a:rPr lang="zh-CN" altLang="en-US" b="1" dirty="0"/>
              <a:t>（</a:t>
            </a:r>
            <a:r>
              <a:rPr lang="en-US" altLang="zh-CN" b="1" dirty="0"/>
              <a:t>YX</a:t>
            </a:r>
            <a:r>
              <a:rPr lang="zh-CN" altLang="en-US" b="1" dirty="0"/>
              <a:t>）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其中 </a:t>
            </a:r>
            <a:r>
              <a:rPr lang="en-US" altLang="zh-CN" dirty="0"/>
              <a:t>YOLOX </a:t>
            </a:r>
            <a:r>
              <a:rPr lang="zh-CN" altLang="en-US" dirty="0"/>
              <a:t>是 </a:t>
            </a:r>
            <a:r>
              <a:rPr lang="en-US" altLang="zh-CN" dirty="0"/>
              <a:t>anchor-free detector</a:t>
            </a:r>
            <a:r>
              <a:rPr lang="zh-CN" altLang="en-US" dirty="0"/>
              <a:t>，其余更多体现 </a:t>
            </a:r>
            <a:r>
              <a:rPr lang="en-US" altLang="zh-CN" dirty="0"/>
              <a:t>anchor-based </a:t>
            </a:r>
            <a:r>
              <a:rPr lang="zh-CN" altLang="en-US" dirty="0"/>
              <a:t>系列思路。</a:t>
            </a:r>
            <a:endParaRPr lang="en-US" altLang="zh-CN" dirty="0"/>
          </a:p>
          <a:p>
            <a:r>
              <a:rPr lang="en-US" altLang="zh-CN" dirty="0"/>
              <a:t>MOT </a:t>
            </a:r>
            <a:r>
              <a:rPr lang="zh-CN" altLang="en-US" dirty="0"/>
              <a:t>算法也选了 </a:t>
            </a:r>
            <a:r>
              <a:rPr lang="en-US" altLang="zh-CN" dirty="0"/>
              <a:t>4 </a:t>
            </a:r>
            <a:r>
              <a:rPr lang="zh-CN" altLang="en-US" dirty="0"/>
              <a:t>个：</a:t>
            </a:r>
            <a:r>
              <a:rPr lang="en-US" altLang="zh-CN" b="1" dirty="0"/>
              <a:t>Apollo Tracker</a:t>
            </a:r>
            <a:r>
              <a:rPr lang="zh-CN" altLang="en-US" b="1" dirty="0"/>
              <a:t>（</a:t>
            </a:r>
            <a:r>
              <a:rPr lang="en-US" altLang="zh-CN" b="1" dirty="0" err="1"/>
              <a:t>ApoT</a:t>
            </a:r>
            <a:r>
              <a:rPr lang="zh-CN" altLang="en-US" b="1" dirty="0"/>
              <a:t>）</a:t>
            </a:r>
            <a:r>
              <a:rPr lang="zh-CN" altLang="en-US" dirty="0"/>
              <a:t>、</a:t>
            </a:r>
            <a:r>
              <a:rPr lang="en-US" altLang="zh-CN" b="1" dirty="0" err="1"/>
              <a:t>BoT</a:t>
            </a:r>
            <a:r>
              <a:rPr lang="en-US" altLang="zh-CN" b="1" dirty="0"/>
              <a:t>-SORT</a:t>
            </a:r>
            <a:r>
              <a:rPr lang="zh-CN" altLang="en-US" dirty="0"/>
              <a:t>、</a:t>
            </a:r>
            <a:r>
              <a:rPr lang="en-US" altLang="zh-CN" b="1" dirty="0" err="1"/>
              <a:t>ByteTrack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b="1" dirty="0" err="1"/>
              <a:t>StrongSORT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数据集用了两个自动驾驶常用数据集：</a:t>
            </a:r>
            <a:r>
              <a:rPr lang="en-US" altLang="zh-CN" b="1" dirty="0"/>
              <a:t>BDD</a:t>
            </a:r>
            <a:r>
              <a:rPr lang="zh-CN" altLang="en-US" dirty="0"/>
              <a:t> 和 </a:t>
            </a:r>
            <a:r>
              <a:rPr lang="en-US" altLang="zh-CN" b="1" dirty="0"/>
              <a:t>KITTI</a:t>
            </a:r>
            <a:r>
              <a:rPr lang="zh-CN" altLang="en-US" dirty="0"/>
              <a:t>。在 </a:t>
            </a:r>
            <a:r>
              <a:rPr lang="en-US" altLang="zh-CN" dirty="0"/>
              <a:t>BDD </a:t>
            </a:r>
            <a:r>
              <a:rPr lang="zh-CN" altLang="en-US" dirty="0"/>
              <a:t>中随机选了 </a:t>
            </a:r>
            <a:r>
              <a:rPr lang="en-US" altLang="zh-CN" dirty="0"/>
              <a:t>20 </a:t>
            </a:r>
            <a:r>
              <a:rPr lang="zh-CN" altLang="en-US" dirty="0"/>
              <a:t>个 </a:t>
            </a:r>
            <a:r>
              <a:rPr lang="en-US" altLang="zh-CN" dirty="0"/>
              <a:t>clips</a:t>
            </a:r>
            <a:r>
              <a:rPr lang="zh-CN" altLang="en-US" dirty="0"/>
              <a:t>，其中 </a:t>
            </a:r>
            <a:r>
              <a:rPr lang="en-US" altLang="zh-CN" dirty="0"/>
              <a:t>10 </a:t>
            </a:r>
            <a:r>
              <a:rPr lang="zh-CN" altLang="en-US" dirty="0"/>
              <a:t>个用于 </a:t>
            </a:r>
            <a:r>
              <a:rPr lang="en-US" altLang="zh-CN" dirty="0"/>
              <a:t>move-in</a:t>
            </a:r>
            <a:r>
              <a:rPr lang="zh-CN" altLang="en-US" dirty="0"/>
              <a:t>，</a:t>
            </a:r>
            <a:r>
              <a:rPr lang="en-US" altLang="zh-CN" dirty="0"/>
              <a:t>10 </a:t>
            </a:r>
            <a:r>
              <a:rPr lang="zh-CN" altLang="en-US" dirty="0"/>
              <a:t>个用于 </a:t>
            </a:r>
            <a:r>
              <a:rPr lang="en-US" altLang="zh-CN" dirty="0"/>
              <a:t>move-out</a:t>
            </a:r>
            <a:r>
              <a:rPr lang="zh-CN" altLang="en-US" dirty="0"/>
              <a:t>；</a:t>
            </a:r>
            <a:r>
              <a:rPr lang="en-US" altLang="zh-CN" dirty="0"/>
              <a:t>KITTI </a:t>
            </a:r>
            <a:r>
              <a:rPr lang="zh-CN" altLang="en-US" dirty="0"/>
              <a:t>也做了类似选择。每个 </a:t>
            </a:r>
            <a:r>
              <a:rPr lang="en-US" altLang="zh-CN" dirty="0"/>
              <a:t>clip </a:t>
            </a:r>
            <a:r>
              <a:rPr lang="zh-CN" altLang="en-US" dirty="0"/>
              <a:t>中手动指定一个目标车辆。为了让攻击更接近现实，作者限制补丁尺寸，平均约为目标车辆像素面积的 </a:t>
            </a:r>
            <a:r>
              <a:rPr lang="en-US" altLang="zh-CN" b="1" dirty="0"/>
              <a:t>12%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Evaluation </a:t>
            </a:r>
            <a:r>
              <a:rPr lang="zh-CN" altLang="en-US" dirty="0"/>
              <a:t>的核心指标有两个：</a:t>
            </a:r>
            <a:endParaRPr lang="en-US" altLang="zh-CN" dirty="0"/>
          </a:p>
          <a:p>
            <a:r>
              <a:rPr lang="en-US" altLang="zh-CN" b="1" dirty="0"/>
              <a:t>ASR</a:t>
            </a:r>
            <a:r>
              <a:rPr lang="zh-CN" altLang="en-US" b="1" dirty="0"/>
              <a:t>（</a:t>
            </a:r>
            <a:r>
              <a:rPr lang="en-US" altLang="zh-CN" b="1" dirty="0"/>
              <a:t>Attack Success Rate</a:t>
            </a:r>
            <a:r>
              <a:rPr lang="zh-CN" altLang="en-US" b="1" dirty="0"/>
              <a:t>）</a:t>
            </a:r>
            <a:r>
              <a:rPr lang="zh-CN" altLang="en-US" dirty="0"/>
              <a:t>：攻击成功率。这里的成功不是简单让 </a:t>
            </a:r>
            <a:r>
              <a:rPr lang="en-US" altLang="zh-CN" dirty="0"/>
              <a:t>detector </a:t>
            </a:r>
            <a:r>
              <a:rPr lang="zh-CN" altLang="en-US" dirty="0"/>
              <a:t>出错，而是攻击结束后，目标车辆的 </a:t>
            </a:r>
            <a:r>
              <a:rPr lang="en-US" altLang="zh-CN" dirty="0"/>
              <a:t>detection BBOX </a:t>
            </a:r>
            <a:r>
              <a:rPr lang="zh-CN" altLang="en-US" dirty="0"/>
              <a:t>不能再和已有 </a:t>
            </a:r>
            <a:r>
              <a:rPr lang="en-US" altLang="zh-CN" dirty="0"/>
              <a:t>tracker </a:t>
            </a:r>
            <a:r>
              <a:rPr lang="zh-CN" altLang="en-US" dirty="0"/>
              <a:t>正确关联。</a:t>
            </a:r>
          </a:p>
          <a:p>
            <a:r>
              <a:rPr lang="en-US" altLang="zh-CN" b="1" dirty="0"/>
              <a:t>Frame #</a:t>
            </a:r>
            <a:r>
              <a:rPr lang="zh-CN" altLang="en-US" dirty="0"/>
              <a:t>：完成一次有效攻击平均需要多少帧。这个指标很重要，因为 </a:t>
            </a:r>
            <a:r>
              <a:rPr lang="en-US" altLang="zh-CN" dirty="0" err="1"/>
              <a:t>ControlLoc</a:t>
            </a:r>
            <a:r>
              <a:rPr lang="en-US" altLang="zh-CN" dirty="0"/>
              <a:t> </a:t>
            </a:r>
            <a:r>
              <a:rPr lang="zh-CN" altLang="en-US" dirty="0"/>
              <a:t>的卖点就是只需要少数帧成功，就能利用 </a:t>
            </a:r>
            <a:r>
              <a:rPr lang="en-US" altLang="zh-CN" dirty="0"/>
              <a:t>MOT </a:t>
            </a:r>
            <a:r>
              <a:rPr lang="zh-CN" altLang="en-US" dirty="0"/>
              <a:t>的持续机制造成更长时间影响。</a:t>
            </a:r>
          </a:p>
          <a:p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0802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作者先搭了一个比较全面的评估矩阵。目标检测器选了 </a:t>
            </a:r>
            <a:r>
              <a:rPr lang="en-US" altLang="zh-CN" dirty="0"/>
              <a:t>4 </a:t>
            </a:r>
            <a:r>
              <a:rPr lang="zh-CN" altLang="en-US" dirty="0"/>
              <a:t>个：</a:t>
            </a:r>
            <a:r>
              <a:rPr lang="en-US" altLang="zh-CN" b="1" dirty="0"/>
              <a:t>Apollo Detector</a:t>
            </a:r>
            <a:r>
              <a:rPr lang="zh-CN" altLang="en-US" b="1" dirty="0"/>
              <a:t>（</a:t>
            </a:r>
            <a:r>
              <a:rPr lang="en-US" altLang="zh-CN" b="1" dirty="0" err="1"/>
              <a:t>ApoD</a:t>
            </a:r>
            <a:r>
              <a:rPr lang="zh-CN" altLang="en-US" b="1" dirty="0"/>
              <a:t>）</a:t>
            </a:r>
            <a:r>
              <a:rPr lang="zh-CN" altLang="en-US" dirty="0"/>
              <a:t>、</a:t>
            </a:r>
            <a:r>
              <a:rPr lang="en-US" altLang="zh-CN" b="1" dirty="0"/>
              <a:t>YOLOv3</a:t>
            </a:r>
            <a:r>
              <a:rPr lang="zh-CN" altLang="en-US" b="1" dirty="0"/>
              <a:t>（</a:t>
            </a:r>
            <a:r>
              <a:rPr lang="en-US" altLang="zh-CN" b="1" dirty="0"/>
              <a:t>Y3</a:t>
            </a:r>
            <a:r>
              <a:rPr lang="zh-CN" altLang="en-US" b="1" dirty="0"/>
              <a:t>）</a:t>
            </a:r>
            <a:r>
              <a:rPr lang="zh-CN" altLang="en-US" dirty="0"/>
              <a:t>、</a:t>
            </a:r>
            <a:r>
              <a:rPr lang="en-US" altLang="zh-CN" b="1" dirty="0"/>
              <a:t>YOLOv5</a:t>
            </a:r>
            <a:r>
              <a:rPr lang="zh-CN" altLang="en-US" b="1" dirty="0"/>
              <a:t>（</a:t>
            </a:r>
            <a:r>
              <a:rPr lang="en-US" altLang="zh-CN" b="1" dirty="0"/>
              <a:t>Y5</a:t>
            </a:r>
            <a:r>
              <a:rPr lang="zh-CN" altLang="en-US" b="1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b="1" dirty="0"/>
              <a:t>YOLOX</a:t>
            </a:r>
            <a:r>
              <a:rPr lang="zh-CN" altLang="en-US" b="1" dirty="0"/>
              <a:t>（</a:t>
            </a:r>
            <a:r>
              <a:rPr lang="en-US" altLang="zh-CN" b="1" dirty="0"/>
              <a:t>YX</a:t>
            </a:r>
            <a:r>
              <a:rPr lang="zh-CN" altLang="en-US" b="1" dirty="0"/>
              <a:t>）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其中 </a:t>
            </a:r>
            <a:r>
              <a:rPr lang="en-US" altLang="zh-CN" dirty="0"/>
              <a:t>YOLOX </a:t>
            </a:r>
            <a:r>
              <a:rPr lang="zh-CN" altLang="en-US" dirty="0"/>
              <a:t>是 </a:t>
            </a:r>
            <a:r>
              <a:rPr lang="en-US" altLang="zh-CN" dirty="0"/>
              <a:t>anchor-free detector</a:t>
            </a:r>
            <a:r>
              <a:rPr lang="zh-CN" altLang="en-US" dirty="0"/>
              <a:t>，其余更多体现 </a:t>
            </a:r>
            <a:r>
              <a:rPr lang="en-US" altLang="zh-CN" dirty="0"/>
              <a:t>anchor-based </a:t>
            </a:r>
            <a:r>
              <a:rPr lang="zh-CN" altLang="en-US" dirty="0"/>
              <a:t>系列思路。</a:t>
            </a:r>
            <a:endParaRPr lang="en-US" altLang="zh-CN" dirty="0"/>
          </a:p>
          <a:p>
            <a:r>
              <a:rPr lang="en-US" altLang="zh-CN" dirty="0"/>
              <a:t>MOT </a:t>
            </a:r>
            <a:r>
              <a:rPr lang="zh-CN" altLang="en-US" dirty="0"/>
              <a:t>算法也选了 </a:t>
            </a:r>
            <a:r>
              <a:rPr lang="en-US" altLang="zh-CN" dirty="0"/>
              <a:t>4 </a:t>
            </a:r>
            <a:r>
              <a:rPr lang="zh-CN" altLang="en-US" dirty="0"/>
              <a:t>个：</a:t>
            </a:r>
            <a:r>
              <a:rPr lang="en-US" altLang="zh-CN" b="1" dirty="0"/>
              <a:t>Apollo Tracker</a:t>
            </a:r>
            <a:r>
              <a:rPr lang="zh-CN" altLang="en-US" b="1" dirty="0"/>
              <a:t>（</a:t>
            </a:r>
            <a:r>
              <a:rPr lang="en-US" altLang="zh-CN" b="1" dirty="0" err="1"/>
              <a:t>ApoT</a:t>
            </a:r>
            <a:r>
              <a:rPr lang="zh-CN" altLang="en-US" b="1" dirty="0"/>
              <a:t>）</a:t>
            </a:r>
            <a:r>
              <a:rPr lang="zh-CN" altLang="en-US" dirty="0"/>
              <a:t>、</a:t>
            </a:r>
            <a:r>
              <a:rPr lang="en-US" altLang="zh-CN" b="1" dirty="0" err="1"/>
              <a:t>BoT</a:t>
            </a:r>
            <a:r>
              <a:rPr lang="en-US" altLang="zh-CN" b="1" dirty="0"/>
              <a:t>-SORT</a:t>
            </a:r>
            <a:r>
              <a:rPr lang="zh-CN" altLang="en-US" dirty="0"/>
              <a:t>、</a:t>
            </a:r>
            <a:r>
              <a:rPr lang="en-US" altLang="zh-CN" b="1" dirty="0" err="1"/>
              <a:t>ByteTrack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b="1" dirty="0" err="1"/>
              <a:t>StrongSORT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数据集用了两个自动驾驶常用数据集：</a:t>
            </a:r>
            <a:r>
              <a:rPr lang="en-US" altLang="zh-CN" b="1" dirty="0"/>
              <a:t>BDD</a:t>
            </a:r>
            <a:r>
              <a:rPr lang="zh-CN" altLang="en-US" dirty="0"/>
              <a:t> 和 </a:t>
            </a:r>
            <a:r>
              <a:rPr lang="en-US" altLang="zh-CN" b="1" dirty="0"/>
              <a:t>KITTI</a:t>
            </a:r>
            <a:r>
              <a:rPr lang="zh-CN" altLang="en-US" dirty="0"/>
              <a:t>。在 </a:t>
            </a:r>
            <a:r>
              <a:rPr lang="en-US" altLang="zh-CN" dirty="0"/>
              <a:t>BDD </a:t>
            </a:r>
            <a:r>
              <a:rPr lang="zh-CN" altLang="en-US" dirty="0"/>
              <a:t>中随机选了 </a:t>
            </a:r>
            <a:r>
              <a:rPr lang="en-US" altLang="zh-CN" dirty="0"/>
              <a:t>20 </a:t>
            </a:r>
            <a:r>
              <a:rPr lang="zh-CN" altLang="en-US" dirty="0"/>
              <a:t>个 </a:t>
            </a:r>
            <a:r>
              <a:rPr lang="en-US" altLang="zh-CN" dirty="0"/>
              <a:t>clips</a:t>
            </a:r>
            <a:r>
              <a:rPr lang="zh-CN" altLang="en-US" dirty="0"/>
              <a:t>，其中 </a:t>
            </a:r>
            <a:r>
              <a:rPr lang="en-US" altLang="zh-CN" dirty="0"/>
              <a:t>10 </a:t>
            </a:r>
            <a:r>
              <a:rPr lang="zh-CN" altLang="en-US" dirty="0"/>
              <a:t>个用于 </a:t>
            </a:r>
            <a:r>
              <a:rPr lang="en-US" altLang="zh-CN" dirty="0"/>
              <a:t>move-in</a:t>
            </a:r>
            <a:r>
              <a:rPr lang="zh-CN" altLang="en-US" dirty="0"/>
              <a:t>，</a:t>
            </a:r>
            <a:r>
              <a:rPr lang="en-US" altLang="zh-CN" dirty="0"/>
              <a:t>10 </a:t>
            </a:r>
            <a:r>
              <a:rPr lang="zh-CN" altLang="en-US" dirty="0"/>
              <a:t>个用于 </a:t>
            </a:r>
            <a:r>
              <a:rPr lang="en-US" altLang="zh-CN" dirty="0"/>
              <a:t>move-out</a:t>
            </a:r>
            <a:r>
              <a:rPr lang="zh-CN" altLang="en-US" dirty="0"/>
              <a:t>；</a:t>
            </a:r>
            <a:r>
              <a:rPr lang="en-US" altLang="zh-CN" dirty="0"/>
              <a:t>KITTI </a:t>
            </a:r>
            <a:r>
              <a:rPr lang="zh-CN" altLang="en-US" dirty="0"/>
              <a:t>也做了类似选择。每个 </a:t>
            </a:r>
            <a:r>
              <a:rPr lang="en-US" altLang="zh-CN" dirty="0"/>
              <a:t>clip </a:t>
            </a:r>
            <a:r>
              <a:rPr lang="zh-CN" altLang="en-US" dirty="0"/>
              <a:t>中手动指定一个目标车辆。为了让攻击更接近现实，作者限制补丁尺寸，平均约为目标车辆像素面积的 </a:t>
            </a:r>
            <a:r>
              <a:rPr lang="en-US" altLang="zh-CN" b="1" dirty="0"/>
              <a:t>12%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Evaluation </a:t>
            </a:r>
            <a:r>
              <a:rPr lang="zh-CN" altLang="en-US" dirty="0"/>
              <a:t>的核心指标有两个：</a:t>
            </a:r>
            <a:endParaRPr lang="en-US" altLang="zh-CN" dirty="0"/>
          </a:p>
          <a:p>
            <a:r>
              <a:rPr lang="en-US" altLang="zh-CN" b="1" dirty="0"/>
              <a:t>ASR</a:t>
            </a:r>
            <a:r>
              <a:rPr lang="zh-CN" altLang="en-US" b="1" dirty="0"/>
              <a:t>（</a:t>
            </a:r>
            <a:r>
              <a:rPr lang="en-US" altLang="zh-CN" b="1" dirty="0"/>
              <a:t>Attack Success Rate</a:t>
            </a:r>
            <a:r>
              <a:rPr lang="zh-CN" altLang="en-US" b="1" dirty="0"/>
              <a:t>）</a:t>
            </a:r>
            <a:r>
              <a:rPr lang="zh-CN" altLang="en-US" dirty="0"/>
              <a:t>：攻击成功率。这里的成功不是简单让 </a:t>
            </a:r>
            <a:r>
              <a:rPr lang="en-US" altLang="zh-CN" dirty="0"/>
              <a:t>detector </a:t>
            </a:r>
            <a:r>
              <a:rPr lang="zh-CN" altLang="en-US" dirty="0"/>
              <a:t>出错，而是攻击结束后，目标车辆的 </a:t>
            </a:r>
            <a:r>
              <a:rPr lang="en-US" altLang="zh-CN" dirty="0"/>
              <a:t>detection BBOX </a:t>
            </a:r>
            <a:r>
              <a:rPr lang="zh-CN" altLang="en-US" dirty="0"/>
              <a:t>不能再和已有 </a:t>
            </a:r>
            <a:r>
              <a:rPr lang="en-US" altLang="zh-CN" dirty="0"/>
              <a:t>tracker </a:t>
            </a:r>
            <a:r>
              <a:rPr lang="zh-CN" altLang="en-US" dirty="0"/>
              <a:t>正确关联。</a:t>
            </a:r>
          </a:p>
          <a:p>
            <a:r>
              <a:rPr lang="en-US" altLang="zh-CN" b="1" dirty="0"/>
              <a:t>Frame #</a:t>
            </a:r>
            <a:r>
              <a:rPr lang="zh-CN" altLang="en-US" dirty="0"/>
              <a:t>：完成一次有效攻击平均需要多少帧。这个指标很重要，因为 </a:t>
            </a:r>
            <a:r>
              <a:rPr lang="en-US" altLang="zh-CN" dirty="0" err="1"/>
              <a:t>ControlLoc</a:t>
            </a:r>
            <a:r>
              <a:rPr lang="en-US" altLang="zh-CN" dirty="0"/>
              <a:t> </a:t>
            </a:r>
            <a:r>
              <a:rPr lang="zh-CN" altLang="en-US" dirty="0"/>
              <a:t>的卖点就是只需要少数帧成功，就能利用 </a:t>
            </a:r>
            <a:r>
              <a:rPr lang="en-US" altLang="zh-CN" dirty="0"/>
              <a:t>MOT </a:t>
            </a:r>
            <a:r>
              <a:rPr lang="zh-CN" altLang="en-US" dirty="0"/>
              <a:t>的持续机制造成更长时间影响。</a:t>
            </a:r>
          </a:p>
          <a:p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644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39945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9146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en-US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39370"/>
            <a:ext cx="12192000" cy="6897370"/>
            <a:chOff x="0" y="-62"/>
            <a:chExt cx="19200" cy="10862"/>
          </a:xfrm>
        </p:grpSpPr>
        <p:sp>
          <p:nvSpPr>
            <p:cNvPr id="5" name="任意多边形 4"/>
            <p:cNvSpPr/>
            <p:nvPr userDrawn="1"/>
          </p:nvSpPr>
          <p:spPr>
            <a:xfrm>
              <a:off x="0" y="3464"/>
              <a:ext cx="10851" cy="7336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0851" h="7336">
                  <a:moveTo>
                    <a:pt x="3244" y="0"/>
                  </a:moveTo>
                  <a:cubicBezTo>
                    <a:pt x="7349" y="0"/>
                    <a:pt x="10696" y="3250"/>
                    <a:pt x="10850" y="7318"/>
                  </a:cubicBezTo>
                  <a:lnTo>
                    <a:pt x="10851" y="7336"/>
                  </a:lnTo>
                  <a:lnTo>
                    <a:pt x="0" y="7336"/>
                  </a:lnTo>
                  <a:lnTo>
                    <a:pt x="0" y="724"/>
                  </a:lnTo>
                  <a:lnTo>
                    <a:pt x="27" y="711"/>
                  </a:lnTo>
                  <a:cubicBezTo>
                    <a:pt x="1004" y="255"/>
                    <a:pt x="2094" y="0"/>
                    <a:pt x="3244" y="0"/>
                  </a:cubicBezTo>
                  <a:close/>
                </a:path>
              </a:pathLst>
            </a:cu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  <p:sp>
          <p:nvSpPr>
            <p:cNvPr id="4" name="任意多边形 3"/>
            <p:cNvSpPr/>
            <p:nvPr userDrawn="1"/>
          </p:nvSpPr>
          <p:spPr>
            <a:xfrm>
              <a:off x="0" y="-62"/>
              <a:ext cx="5053" cy="7312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5053" h="7312">
                  <a:moveTo>
                    <a:pt x="0" y="0"/>
                  </a:moveTo>
                  <a:lnTo>
                    <a:pt x="4681" y="0"/>
                  </a:lnTo>
                  <a:lnTo>
                    <a:pt x="4682" y="1"/>
                  </a:lnTo>
                  <a:cubicBezTo>
                    <a:pt x="4921" y="609"/>
                    <a:pt x="5053" y="1272"/>
                    <a:pt x="5053" y="1965"/>
                  </a:cubicBezTo>
                  <a:cubicBezTo>
                    <a:pt x="5053" y="4807"/>
                    <a:pt x="2839" y="7132"/>
                    <a:pt x="42" y="7309"/>
                  </a:cubicBezTo>
                  <a:lnTo>
                    <a:pt x="0" y="7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E1F7">
                <a:alpha val="8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  <p:sp>
          <p:nvSpPr>
            <p:cNvPr id="7" name="任意多边形 6"/>
            <p:cNvSpPr/>
            <p:nvPr userDrawn="1"/>
          </p:nvSpPr>
          <p:spPr>
            <a:xfrm>
              <a:off x="1648" y="-62"/>
              <a:ext cx="17552" cy="10862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7552" h="10862">
                  <a:moveTo>
                    <a:pt x="355" y="0"/>
                  </a:moveTo>
                  <a:lnTo>
                    <a:pt x="17552" y="0"/>
                  </a:lnTo>
                  <a:lnTo>
                    <a:pt x="17552" y="8017"/>
                  </a:lnTo>
                  <a:lnTo>
                    <a:pt x="17548" y="8024"/>
                  </a:lnTo>
                  <a:cubicBezTo>
                    <a:pt x="16775" y="9151"/>
                    <a:pt x="15768" y="10105"/>
                    <a:pt x="14598" y="10816"/>
                  </a:cubicBezTo>
                  <a:lnTo>
                    <a:pt x="14521" y="10862"/>
                  </a:lnTo>
                  <a:lnTo>
                    <a:pt x="4705" y="10862"/>
                  </a:lnTo>
                  <a:lnTo>
                    <a:pt x="4628" y="10816"/>
                  </a:lnTo>
                  <a:cubicBezTo>
                    <a:pt x="1854" y="9130"/>
                    <a:pt x="0" y="6079"/>
                    <a:pt x="0" y="2595"/>
                  </a:cubicBezTo>
                  <a:cubicBezTo>
                    <a:pt x="0" y="1724"/>
                    <a:pt x="116" y="880"/>
                    <a:pt x="333" y="78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rgbClr val="FAFAFA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</p:grpSp>
    </p:spTree>
  </p:cSld>
  <p:clrMapOvr>
    <a:masterClrMapping/>
  </p:clrMapOvr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9110980" y="4774565"/>
            <a:ext cx="3081020" cy="208343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1" h="7336">
                <a:moveTo>
                  <a:pt x="3244" y="0"/>
                </a:moveTo>
                <a:cubicBezTo>
                  <a:pt x="7349" y="0"/>
                  <a:pt x="10696" y="3250"/>
                  <a:pt x="10850" y="7318"/>
                </a:cubicBezTo>
                <a:lnTo>
                  <a:pt x="10851" y="7336"/>
                </a:lnTo>
                <a:lnTo>
                  <a:pt x="0" y="7336"/>
                </a:lnTo>
                <a:lnTo>
                  <a:pt x="0" y="724"/>
                </a:lnTo>
                <a:lnTo>
                  <a:pt x="27" y="711"/>
                </a:lnTo>
                <a:cubicBezTo>
                  <a:pt x="1004" y="255"/>
                  <a:pt x="2094" y="0"/>
                  <a:pt x="3244" y="0"/>
                </a:cubicBezTo>
                <a:close/>
              </a:path>
            </a:pathLst>
          </a:custGeom>
          <a:solidFill>
            <a:srgbClr val="425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汉仪中宋简" panose="02010609000101010101" charset="-128"/>
            </a:endParaRPr>
          </a:p>
        </p:txBody>
      </p:sp>
      <p:sp>
        <p:nvSpPr>
          <p:cNvPr id="15" name="任意多边形 14"/>
          <p:cNvSpPr/>
          <p:nvPr userDrawn="1"/>
        </p:nvSpPr>
        <p:spPr>
          <a:xfrm>
            <a:off x="11041380" y="3794125"/>
            <a:ext cx="1150620" cy="227139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12" h="3577">
                <a:moveTo>
                  <a:pt x="1789" y="0"/>
                </a:moveTo>
                <a:lnTo>
                  <a:pt x="1812" y="0"/>
                </a:lnTo>
                <a:lnTo>
                  <a:pt x="1812" y="3577"/>
                </a:lnTo>
                <a:lnTo>
                  <a:pt x="1789" y="3577"/>
                </a:lnTo>
                <a:cubicBezTo>
                  <a:pt x="801" y="3577"/>
                  <a:pt x="0" y="2776"/>
                  <a:pt x="0" y="1789"/>
                </a:cubicBezTo>
                <a:cubicBezTo>
                  <a:pt x="0" y="801"/>
                  <a:pt x="801" y="0"/>
                  <a:pt x="1789" y="0"/>
                </a:cubicBezTo>
                <a:close/>
              </a:path>
            </a:pathLst>
          </a:custGeom>
          <a:solidFill>
            <a:srgbClr val="D0E1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汉仪中宋简" panose="02010609000101010101" charset="-128"/>
            </a:endParaRPr>
          </a:p>
        </p:txBody>
      </p:sp>
      <p:sp>
        <p:nvSpPr>
          <p:cNvPr id="16" name="任意多边形 15"/>
          <p:cNvSpPr/>
          <p:nvPr userDrawn="1"/>
        </p:nvSpPr>
        <p:spPr>
          <a:xfrm>
            <a:off x="3217545" y="0"/>
            <a:ext cx="8974455" cy="68580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4133" h="10800">
                <a:moveTo>
                  <a:pt x="733" y="0"/>
                </a:moveTo>
                <a:lnTo>
                  <a:pt x="14133" y="0"/>
                </a:lnTo>
                <a:lnTo>
                  <a:pt x="14133" y="7877"/>
                </a:lnTo>
                <a:lnTo>
                  <a:pt x="14123" y="7891"/>
                </a:lnTo>
                <a:cubicBezTo>
                  <a:pt x="13127" y="9261"/>
                  <a:pt x="11697" y="10294"/>
                  <a:pt x="10034" y="10789"/>
                </a:cubicBezTo>
                <a:lnTo>
                  <a:pt x="9996" y="10800"/>
                </a:lnTo>
                <a:lnTo>
                  <a:pt x="5614" y="10800"/>
                </a:lnTo>
                <a:lnTo>
                  <a:pt x="5576" y="10789"/>
                </a:lnTo>
                <a:cubicBezTo>
                  <a:pt x="2351" y="9830"/>
                  <a:pt x="0" y="6843"/>
                  <a:pt x="0" y="3307"/>
                </a:cubicBezTo>
                <a:cubicBezTo>
                  <a:pt x="0" y="2128"/>
                  <a:pt x="261" y="1011"/>
                  <a:pt x="729" y="9"/>
                </a:cubicBezTo>
                <a:lnTo>
                  <a:pt x="733" y="0"/>
                </a:lnTo>
                <a:close/>
              </a:path>
            </a:pathLst>
          </a:custGeom>
          <a:solidFill>
            <a:srgbClr val="FFFF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汉仪中宋简" panose="02010609000101010101" charset="-128"/>
            </a:endParaRPr>
          </a:p>
        </p:txBody>
      </p:sp>
    </p:spTree>
  </p:cSld>
  <p:clrMapOvr>
    <a:masterClrMapping/>
  </p:clrMapOvr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 flipH="1" flipV="1">
            <a:off x="0" y="-39370"/>
            <a:ext cx="12192000" cy="6897370"/>
            <a:chOff x="0" y="-62"/>
            <a:chExt cx="19200" cy="10862"/>
          </a:xfrm>
        </p:grpSpPr>
        <p:sp>
          <p:nvSpPr>
            <p:cNvPr id="8" name="任意多边形 7"/>
            <p:cNvSpPr/>
            <p:nvPr userDrawn="1"/>
          </p:nvSpPr>
          <p:spPr>
            <a:xfrm>
              <a:off x="0" y="3464"/>
              <a:ext cx="10851" cy="7336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0851" h="7336">
                  <a:moveTo>
                    <a:pt x="3244" y="0"/>
                  </a:moveTo>
                  <a:cubicBezTo>
                    <a:pt x="7349" y="0"/>
                    <a:pt x="10696" y="3250"/>
                    <a:pt x="10850" y="7318"/>
                  </a:cubicBezTo>
                  <a:lnTo>
                    <a:pt x="10851" y="7336"/>
                  </a:lnTo>
                  <a:lnTo>
                    <a:pt x="0" y="7336"/>
                  </a:lnTo>
                  <a:lnTo>
                    <a:pt x="0" y="724"/>
                  </a:lnTo>
                  <a:lnTo>
                    <a:pt x="27" y="711"/>
                  </a:lnTo>
                  <a:cubicBezTo>
                    <a:pt x="1004" y="255"/>
                    <a:pt x="2094" y="0"/>
                    <a:pt x="3244" y="0"/>
                  </a:cubicBezTo>
                  <a:close/>
                </a:path>
              </a:pathLst>
            </a:cu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  <p:sp>
          <p:nvSpPr>
            <p:cNvPr id="9" name="任意多边形 8"/>
            <p:cNvSpPr/>
            <p:nvPr userDrawn="1"/>
          </p:nvSpPr>
          <p:spPr>
            <a:xfrm>
              <a:off x="0" y="-62"/>
              <a:ext cx="5053" cy="7312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5053" h="7312">
                  <a:moveTo>
                    <a:pt x="0" y="0"/>
                  </a:moveTo>
                  <a:lnTo>
                    <a:pt x="4681" y="0"/>
                  </a:lnTo>
                  <a:lnTo>
                    <a:pt x="4682" y="1"/>
                  </a:lnTo>
                  <a:cubicBezTo>
                    <a:pt x="4921" y="609"/>
                    <a:pt x="5053" y="1272"/>
                    <a:pt x="5053" y="1965"/>
                  </a:cubicBezTo>
                  <a:cubicBezTo>
                    <a:pt x="5053" y="4807"/>
                    <a:pt x="2839" y="7132"/>
                    <a:pt x="42" y="7309"/>
                  </a:cubicBezTo>
                  <a:lnTo>
                    <a:pt x="0" y="7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E1F7">
                <a:alpha val="8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  <p:sp>
          <p:nvSpPr>
            <p:cNvPr id="10" name="任意多边形 9"/>
            <p:cNvSpPr/>
            <p:nvPr userDrawn="1"/>
          </p:nvSpPr>
          <p:spPr>
            <a:xfrm>
              <a:off x="1648" y="-62"/>
              <a:ext cx="17552" cy="10862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7552" h="10862">
                  <a:moveTo>
                    <a:pt x="355" y="0"/>
                  </a:moveTo>
                  <a:lnTo>
                    <a:pt x="17552" y="0"/>
                  </a:lnTo>
                  <a:lnTo>
                    <a:pt x="17552" y="8017"/>
                  </a:lnTo>
                  <a:lnTo>
                    <a:pt x="17548" y="8024"/>
                  </a:lnTo>
                  <a:cubicBezTo>
                    <a:pt x="16775" y="9151"/>
                    <a:pt x="15768" y="10105"/>
                    <a:pt x="14598" y="10816"/>
                  </a:cubicBezTo>
                  <a:lnTo>
                    <a:pt x="14521" y="10862"/>
                  </a:lnTo>
                  <a:lnTo>
                    <a:pt x="4705" y="10862"/>
                  </a:lnTo>
                  <a:lnTo>
                    <a:pt x="4628" y="10816"/>
                  </a:lnTo>
                  <a:cubicBezTo>
                    <a:pt x="1854" y="9130"/>
                    <a:pt x="0" y="6079"/>
                    <a:pt x="0" y="2595"/>
                  </a:cubicBezTo>
                  <a:cubicBezTo>
                    <a:pt x="0" y="1724"/>
                    <a:pt x="116" y="880"/>
                    <a:pt x="333" y="78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rgbClr val="FAFAFA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</p:grpSp>
    </p:spTree>
  </p:cSld>
  <p:clrMapOvr>
    <a:masterClrMapping/>
  </p:clrMapOvr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>
            <a:grpSpLocks noChangeAspect="1"/>
          </p:cNvGrpSpPr>
          <p:nvPr userDrawn="1"/>
        </p:nvGrpSpPr>
        <p:grpSpPr>
          <a:xfrm>
            <a:off x="5179695" y="1499235"/>
            <a:ext cx="7012305" cy="5358765"/>
            <a:chOff x="5067" y="0"/>
            <a:chExt cx="14133" cy="10800"/>
          </a:xfrm>
        </p:grpSpPr>
        <p:sp>
          <p:nvSpPr>
            <p:cNvPr id="12" name="任意多边形 11"/>
            <p:cNvSpPr>
              <a:spLocks noChangeAspect="1"/>
            </p:cNvSpPr>
            <p:nvPr userDrawn="1"/>
          </p:nvSpPr>
          <p:spPr>
            <a:xfrm flipH="1">
              <a:off x="14348" y="7519"/>
              <a:ext cx="4852" cy="3281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0851" h="7336">
                  <a:moveTo>
                    <a:pt x="3244" y="0"/>
                  </a:moveTo>
                  <a:cubicBezTo>
                    <a:pt x="7349" y="0"/>
                    <a:pt x="10696" y="3250"/>
                    <a:pt x="10850" y="7318"/>
                  </a:cubicBezTo>
                  <a:lnTo>
                    <a:pt x="10851" y="7336"/>
                  </a:lnTo>
                  <a:lnTo>
                    <a:pt x="0" y="7336"/>
                  </a:lnTo>
                  <a:lnTo>
                    <a:pt x="0" y="724"/>
                  </a:lnTo>
                  <a:lnTo>
                    <a:pt x="27" y="711"/>
                  </a:lnTo>
                  <a:cubicBezTo>
                    <a:pt x="1004" y="255"/>
                    <a:pt x="2094" y="0"/>
                    <a:pt x="3244" y="0"/>
                  </a:cubicBezTo>
                  <a:close/>
                </a:path>
              </a:pathLst>
            </a:cu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  <p:sp>
          <p:nvSpPr>
            <p:cNvPr id="15" name="任意多边形 14"/>
            <p:cNvSpPr/>
            <p:nvPr userDrawn="1"/>
          </p:nvSpPr>
          <p:spPr>
            <a:xfrm>
              <a:off x="17388" y="5975"/>
              <a:ext cx="1812" cy="3577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812" h="3577">
                  <a:moveTo>
                    <a:pt x="1789" y="0"/>
                  </a:moveTo>
                  <a:lnTo>
                    <a:pt x="1812" y="0"/>
                  </a:lnTo>
                  <a:lnTo>
                    <a:pt x="1812" y="3577"/>
                  </a:lnTo>
                  <a:lnTo>
                    <a:pt x="1789" y="3577"/>
                  </a:lnTo>
                  <a:cubicBezTo>
                    <a:pt x="801" y="3577"/>
                    <a:pt x="0" y="2776"/>
                    <a:pt x="0" y="1789"/>
                  </a:cubicBezTo>
                  <a:cubicBezTo>
                    <a:pt x="0" y="801"/>
                    <a:pt x="801" y="0"/>
                    <a:pt x="1789" y="0"/>
                  </a:cubicBezTo>
                  <a:close/>
                </a:path>
              </a:pathLst>
            </a:custGeom>
            <a:solidFill>
              <a:srgbClr val="D0E1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  <p:sp>
          <p:nvSpPr>
            <p:cNvPr id="16" name="任意多边形 15"/>
            <p:cNvSpPr/>
            <p:nvPr userDrawn="1"/>
          </p:nvSpPr>
          <p:spPr>
            <a:xfrm>
              <a:off x="5067" y="0"/>
              <a:ext cx="14133" cy="10800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4133" h="10800">
                  <a:moveTo>
                    <a:pt x="733" y="0"/>
                  </a:moveTo>
                  <a:lnTo>
                    <a:pt x="14133" y="0"/>
                  </a:lnTo>
                  <a:lnTo>
                    <a:pt x="14133" y="7877"/>
                  </a:lnTo>
                  <a:lnTo>
                    <a:pt x="14123" y="7891"/>
                  </a:lnTo>
                  <a:cubicBezTo>
                    <a:pt x="13127" y="9261"/>
                    <a:pt x="11697" y="10294"/>
                    <a:pt x="10034" y="10789"/>
                  </a:cubicBezTo>
                  <a:lnTo>
                    <a:pt x="9996" y="10800"/>
                  </a:lnTo>
                  <a:lnTo>
                    <a:pt x="5614" y="10800"/>
                  </a:lnTo>
                  <a:lnTo>
                    <a:pt x="5576" y="10789"/>
                  </a:lnTo>
                  <a:cubicBezTo>
                    <a:pt x="2351" y="9830"/>
                    <a:pt x="0" y="6843"/>
                    <a:pt x="0" y="3307"/>
                  </a:cubicBezTo>
                  <a:cubicBezTo>
                    <a:pt x="0" y="2128"/>
                    <a:pt x="261" y="1011"/>
                    <a:pt x="729" y="9"/>
                  </a:cubicBezTo>
                  <a:lnTo>
                    <a:pt x="733" y="0"/>
                  </a:ln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</p:grpSp>
    </p:spTree>
  </p:cSld>
  <p:clrMapOvr>
    <a:masterClrMapping/>
  </p:clrMapOvr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2026/5/11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2026/5/11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2026/5/11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fld id="{760FBDFE-C587-4B4C-A407-44438C67B59E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汉仪中宋简" panose="02010609000101010101" charset="-128"/>
          <a:ea typeface="汉仪中宋简" panose="02010609000101010101" charset="-128"/>
          <a:cs typeface="汉仪中宋简" panose="02010609000101010101" charset="-128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中宋简" panose="02010609000101010101" charset="-128"/>
          <a:ea typeface="汉仪中宋简" panose="02010609000101010101" charset="-128"/>
          <a:cs typeface="汉仪中宋简" panose="02010609000101010101" charset="-128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中宋简" panose="02010609000101010101" charset="-128"/>
          <a:ea typeface="汉仪中宋简" panose="02010609000101010101" charset="-128"/>
          <a:cs typeface="汉仪中宋简" panose="02010609000101010101" charset="-128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中宋简" panose="02010609000101010101" charset="-128"/>
          <a:ea typeface="汉仪中宋简" panose="02010609000101010101" charset="-128"/>
          <a:cs typeface="汉仪中宋简" panose="02010609000101010101" charset="-128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中宋简" panose="02010609000101010101" charset="-128"/>
          <a:ea typeface="汉仪中宋简" panose="02010609000101010101" charset="-128"/>
          <a:cs typeface="汉仪中宋简" panose="02010609000101010101" charset="-128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中宋简" panose="02010609000101010101" charset="-128"/>
          <a:ea typeface="汉仪中宋简" panose="02010609000101010101" charset="-128"/>
          <a:cs typeface="汉仪中宋简" panose="02010609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3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4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44.xml"/><Relationship Id="rId7" Type="http://schemas.openxmlformats.org/officeDocument/2006/relationships/image" Target="../media/image1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tags" Target="../tags/tag45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4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5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5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7" Type="http://schemas.openxmlformats.org/officeDocument/2006/relationships/image" Target="../media/image5.pn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6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image" Target="../media/image6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6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7" Type="http://schemas.openxmlformats.org/officeDocument/2006/relationships/image" Target="../media/image7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7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7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7" Type="http://schemas.openxmlformats.org/officeDocument/2006/relationships/image" Target="../media/image8.png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7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8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7" Type="http://schemas.openxmlformats.org/officeDocument/2006/relationships/image" Target="../media/image9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8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9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3614709" y="983254"/>
            <a:ext cx="84664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 err="1">
                <a:solidFill>
                  <a:srgbClr val="324769"/>
                </a:solidFill>
                <a:cs typeface="+mn-ea"/>
                <a:sym typeface="+mn-lt"/>
              </a:rPr>
              <a:t>ControlLoc</a:t>
            </a:r>
            <a:r>
              <a:rPr lang="en-US" altLang="zh-CN" sz="4800" b="1" dirty="0">
                <a:solidFill>
                  <a:srgbClr val="324769"/>
                </a:solidFill>
                <a:cs typeface="+mn-ea"/>
                <a:sym typeface="+mn-lt"/>
              </a:rPr>
              <a:t>: Physical-World Hijacking Attack on Camera-based</a:t>
            </a:r>
          </a:p>
          <a:p>
            <a:pPr algn="ctr"/>
            <a:r>
              <a:rPr lang="en-US" altLang="zh-CN" sz="4800" b="1" dirty="0">
                <a:solidFill>
                  <a:srgbClr val="324769"/>
                </a:solidFill>
                <a:cs typeface="+mn-ea"/>
                <a:sym typeface="+mn-lt"/>
              </a:rPr>
              <a:t>Perception in Autonomous Driving</a:t>
            </a:r>
            <a:endParaRPr lang="zh-CN" altLang="en-US" sz="4800" b="1" dirty="0">
              <a:solidFill>
                <a:srgbClr val="324769"/>
              </a:solidFill>
              <a:cs typeface="+mn-ea"/>
              <a:sym typeface="+mn-lt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7114310" y="4924738"/>
            <a:ext cx="4807527" cy="371476"/>
          </a:xfrm>
          <a:prstGeom prst="roundRect">
            <a:avLst>
              <a:gd name="adj" fmla="val 50000"/>
            </a:avLst>
          </a:prstGeom>
          <a:solidFill>
            <a:srgbClr val="D0E1F7"/>
          </a:solidFill>
          <a:ln>
            <a:solidFill>
              <a:srgbClr val="425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324769"/>
                </a:solidFill>
                <a:cs typeface="+mn-ea"/>
                <a:sym typeface="+mn-lt"/>
              </a:rPr>
              <a:t>汇报人：卫子涵</a:t>
            </a:r>
            <a:endParaRPr lang="zh-CN" altLang="en-US" dirty="0">
              <a:solidFill>
                <a:srgbClr val="ACBBDB"/>
              </a:solidFill>
              <a:cs typeface="+mn-ea"/>
              <a:sym typeface="+mn-lt"/>
            </a:endParaRPr>
          </a:p>
        </p:txBody>
      </p:sp>
      <p:grpSp>
        <p:nvGrpSpPr>
          <p:cNvPr id="44" name="组合 43"/>
          <p:cNvGrpSpPr/>
          <p:nvPr/>
        </p:nvGrpSpPr>
        <p:grpSpPr bwMode="auto">
          <a:xfrm>
            <a:off x="3153093" y="-315"/>
            <a:ext cx="1109663" cy="1131887"/>
            <a:chOff x="2666985" y="682103"/>
            <a:chExt cx="1109138" cy="1131217"/>
          </a:xfrm>
        </p:grpSpPr>
        <p:sp>
          <p:nvSpPr>
            <p:cNvPr id="45" name="矩形 44"/>
            <p:cNvSpPr/>
            <p:nvPr>
              <p:custDataLst>
                <p:tags r:id="rId2"/>
              </p:custDataLst>
            </p:nvPr>
          </p:nvSpPr>
          <p:spPr>
            <a:xfrm>
              <a:off x="2841528" y="858211"/>
              <a:ext cx="769573" cy="769482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6" name="矩形 45"/>
            <p:cNvSpPr/>
            <p:nvPr>
              <p:custDataLst>
                <p:tags r:id="rId3"/>
              </p:custDataLst>
            </p:nvPr>
          </p:nvSpPr>
          <p:spPr>
            <a:xfrm>
              <a:off x="2666985" y="682103"/>
              <a:ext cx="558536" cy="5584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矩形 46"/>
            <p:cNvSpPr/>
            <p:nvPr>
              <p:custDataLst>
                <p:tags r:id="rId4"/>
              </p:custDataLst>
            </p:nvPr>
          </p:nvSpPr>
          <p:spPr>
            <a:xfrm>
              <a:off x="3217587" y="1254851"/>
              <a:ext cx="558536" cy="5584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8" name="圆角矩形 33">
            <a:extLst>
              <a:ext uri="{FF2B5EF4-FFF2-40B4-BE49-F238E27FC236}">
                <a16:creationId xmlns:a16="http://schemas.microsoft.com/office/drawing/2014/main" id="{F2AA5355-01CF-4E28-A3F4-40D98DE9EA27}"/>
              </a:ext>
            </a:extLst>
          </p:cNvPr>
          <p:cNvSpPr/>
          <p:nvPr/>
        </p:nvSpPr>
        <p:spPr>
          <a:xfrm>
            <a:off x="7114310" y="5607878"/>
            <a:ext cx="4807527" cy="371476"/>
          </a:xfrm>
          <a:prstGeom prst="roundRect">
            <a:avLst>
              <a:gd name="adj" fmla="val 50000"/>
            </a:avLst>
          </a:prstGeom>
          <a:solidFill>
            <a:srgbClr val="D0E1F7"/>
          </a:solidFill>
          <a:ln>
            <a:solidFill>
              <a:srgbClr val="425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324769"/>
                </a:solidFill>
                <a:cs typeface="+mn-ea"/>
                <a:sym typeface="+mn-lt"/>
              </a:rPr>
              <a:t>时间：</a:t>
            </a:r>
            <a:r>
              <a:rPr lang="en-US" altLang="zh-CN" dirty="0">
                <a:solidFill>
                  <a:srgbClr val="324769"/>
                </a:solidFill>
                <a:cs typeface="+mn-ea"/>
                <a:sym typeface="+mn-lt"/>
              </a:rPr>
              <a:t>2026.5.12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908"/>
    </mc:Choice>
    <mc:Fallback xmlns="">
      <p:transition spd="slow" advTm="2390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063404" y="2684869"/>
            <a:ext cx="88398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324769"/>
                </a:solidFill>
                <a:cs typeface="+mn-ea"/>
                <a:sym typeface="+mn-lt"/>
              </a:rPr>
              <a:t>Intro and Contribution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84785" y="2346960"/>
            <a:ext cx="1684020" cy="1445260"/>
            <a:chOff x="909" y="4569"/>
            <a:chExt cx="2652" cy="2276"/>
          </a:xfrm>
        </p:grpSpPr>
        <p:sp>
          <p:nvSpPr>
            <p:cNvPr id="12" name="椭圆 11"/>
            <p:cNvSpPr/>
            <p:nvPr/>
          </p:nvSpPr>
          <p:spPr>
            <a:xfrm>
              <a:off x="2306" y="4674"/>
              <a:ext cx="957" cy="957"/>
            </a:xfrm>
            <a:prstGeom prst="ellipse">
              <a:avLst/>
            </a:prstGeom>
            <a:solidFill>
              <a:srgbClr val="D0E1F7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09" y="4569"/>
              <a:ext cx="2653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dirty="0">
                  <a:solidFill>
                    <a:srgbClr val="324769"/>
                  </a:solidFill>
                  <a:cs typeface="+mn-ea"/>
                  <a:sym typeface="+mn-lt"/>
                </a:rPr>
                <a:t>01</a:t>
              </a: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530225" y="3720465"/>
            <a:ext cx="5784850" cy="0"/>
          </a:xfrm>
          <a:prstGeom prst="line">
            <a:avLst/>
          </a:prstGeom>
          <a:ln w="28575" cmpd="thickThin">
            <a:solidFill>
              <a:srgbClr val="3247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11"/>
    </mc:Choice>
    <mc:Fallback xmlns="">
      <p:transition spd="slow" advTm="501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5888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Intro and Contribution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01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03CC48-1FCA-46CD-9997-3EB0AE077AAB}"/>
              </a:ext>
            </a:extLst>
          </p:cNvPr>
          <p:cNvSpPr txBox="1"/>
          <p:nvPr/>
        </p:nvSpPr>
        <p:spPr>
          <a:xfrm>
            <a:off x="626703" y="976540"/>
            <a:ext cx="10568968" cy="563853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自动驾驶汽车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(Autonomous Driving ,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AD)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的覆盖面已经越来越大，汽车可以根据摄像头的感知，实时监测交通标志、行人、车辆等环境要素，以前的研究强调对抗性攻击的可能性，包括使用对抗性补丁来欺骗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AD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的对象监测，然而，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AD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并不是简简单单的物体监测：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AD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包括多目标跟踪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(Multiple Object Tracking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MOT)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MOT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能够减少对物体检测的误差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BBOX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Bounding Box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，边界框）：检测器给车辆、行人等目标画出的矩形框。自动驾驶系统通常用这个框的位置和大小判断目标在哪里、是否会挡路。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MOT / tracker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（多目标跟踪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/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跟踪器）：目标检测器每帧输出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BBOX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，但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MOT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会把跨帧的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BBOX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连成一条“轨迹”。可以理解为系统给每辆车分配一个“身份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ID”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，并持续估计它的位置和速度。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Tracker hijacking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（跟踪器劫持）：攻击者不一定要让目标彻底消失，而是诱导系统把原本属于真实车辆的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tracker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关联到一个被伪造、偏移后的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BBOX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上。这样系统仍然“看到”一个车，但看到的位置是错的。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740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5888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Intro and Contribution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01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03CC48-1FCA-46CD-9997-3EB0AE077AAB}"/>
              </a:ext>
            </a:extLst>
          </p:cNvPr>
          <p:cNvSpPr txBox="1"/>
          <p:nvPr/>
        </p:nvSpPr>
        <p:spPr>
          <a:xfrm>
            <a:off x="626703" y="976540"/>
            <a:ext cx="10568968" cy="309527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本文的主要贡献是：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贡献</a:t>
            </a:r>
            <a:r>
              <a:rPr lang="en-US" altLang="zh-CN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提出了第一个实用有效的劫持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AD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感知攻击，利用监视器作为攻击向量，改变物体的位置和形状。这种攻击可能导致车辆碰撞或不必要的紧急停车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贡献</a:t>
            </a:r>
            <a:r>
              <a:rPr lang="en-US" altLang="zh-CN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引入了一种新的攻击框架，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ControlLoc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，以生成物理世界的对抗性补丁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贡献</a:t>
            </a:r>
            <a:r>
              <a:rPr lang="en-US" altLang="zh-CN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我们在多个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AD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感知系统上评估了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ControlLoc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，结果表明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ControlLoc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在真实世界中是有效的，在不同背景、室外光照条件、劫持方向和角度的真实车辆中。它会导致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AD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系统级的影响，例如生产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AD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模拟器中的车辆碰撞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304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074430" y="2717482"/>
            <a:ext cx="95873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4400" b="1">
                <a:solidFill>
                  <a:srgbClr val="324769"/>
                </a:solidFill>
                <a:latin typeface="Arial" panose="020B0604020202020204"/>
                <a:ea typeface="微软雅黑" panose="020B0503020204020204" pitchFamily="34" charset="-122"/>
                <a:cs typeface="汉仪中宋简" panose="02010609000101010101" charset="-128"/>
              </a:defRPr>
            </a:lvl1pPr>
          </a:lstStyle>
          <a:p>
            <a:pPr algn="l"/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Background and Motivation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785" y="2346960"/>
            <a:ext cx="1684655" cy="1445260"/>
            <a:chOff x="909" y="4569"/>
            <a:chExt cx="2653" cy="2276"/>
          </a:xfrm>
        </p:grpSpPr>
        <p:sp>
          <p:nvSpPr>
            <p:cNvPr id="12" name="椭圆 11"/>
            <p:cNvSpPr/>
            <p:nvPr/>
          </p:nvSpPr>
          <p:spPr>
            <a:xfrm>
              <a:off x="2306" y="4674"/>
              <a:ext cx="957" cy="957"/>
            </a:xfrm>
            <a:prstGeom prst="ellipse">
              <a:avLst/>
            </a:prstGeom>
            <a:solidFill>
              <a:srgbClr val="D0E1F7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09" y="4569"/>
              <a:ext cx="2653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dirty="0">
                  <a:solidFill>
                    <a:srgbClr val="324769"/>
                  </a:solidFill>
                  <a:cs typeface="+mn-ea"/>
                  <a:sym typeface="+mn-lt"/>
                </a:rPr>
                <a:t>02</a:t>
              </a: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530225" y="3720465"/>
            <a:ext cx="5784850" cy="0"/>
          </a:xfrm>
          <a:prstGeom prst="line">
            <a:avLst/>
          </a:prstGeom>
          <a:ln w="28575" cmpd="thickThin">
            <a:solidFill>
              <a:srgbClr val="3247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16"/>
    </mc:Choice>
    <mc:Fallback xmlns="">
      <p:transition spd="slow" advTm="731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9128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Background - Camera-based Perception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02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10A983-37E3-D3D9-A271-0B5BDD103C7C}"/>
              </a:ext>
            </a:extLst>
          </p:cNvPr>
          <p:cNvSpPr txBox="1"/>
          <p:nvPr/>
        </p:nvSpPr>
        <p:spPr>
          <a:xfrm>
            <a:off x="631673" y="780653"/>
            <a:ext cx="10568968" cy="41297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自动驾驶中，基于摄像头的感知（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Camera-based Perception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通常依赖两个模块：目标检测 （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Object Detection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和 多目标跟踪（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MOT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感知流程：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摄像头连续采集图像，目标检测器先输出车辆、行人等目标的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BBOX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和类别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随后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MOT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把当前帧检测结果和历史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tracker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关联起来，更新目标的位置、速度和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track id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最后这些结果被送入规划、控制等下游模块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30EC6A0-C8F9-4DA2-BD84-2D0008D80E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" y="3939850"/>
            <a:ext cx="6096000" cy="291815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095D571-B21A-480A-B27A-A723497BFFC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8093" r="16155"/>
          <a:stretch/>
        </p:blipFill>
        <p:spPr>
          <a:xfrm>
            <a:off x="6547056" y="4012487"/>
            <a:ext cx="2852531" cy="284551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F2E3592-131C-44C4-A375-26929754CB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7180" y="4654437"/>
            <a:ext cx="2921150" cy="220356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A543CAC-6ABF-41F8-B753-D582D6C93C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8726" y="3174031"/>
            <a:ext cx="2000525" cy="167691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5" y="326688"/>
            <a:ext cx="9217964" cy="52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Background - </a:t>
            </a:r>
            <a:r>
              <a:rPr lang="en-US" altLang="zh-CN" sz="2800" dirty="0" err="1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Dectector</a:t>
            </a:r>
            <a:endParaRPr lang="en-US" altLang="zh-CN" sz="2800" dirty="0">
              <a:solidFill>
                <a:srgbClr val="324769"/>
              </a:solidFill>
              <a:latin typeface="Times New Roman" panose="02020603050405020304" pitchFamily="18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02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10A983-37E3-D3D9-A271-0B5BDD103C7C}"/>
              </a:ext>
            </a:extLst>
          </p:cNvPr>
          <p:cNvSpPr txBox="1"/>
          <p:nvPr/>
        </p:nvSpPr>
        <p:spPr>
          <a:xfrm>
            <a:off x="626703" y="976540"/>
            <a:ext cx="10568968" cy="588064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自动驾驶中的目标检测通常用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DNN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来识别和分类道路目标。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现有检测器大体分成两类：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1. Anchor-based detectors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：先预设大量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anchor boxes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，再预测类别并微调这些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anchor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的坐标，最后输出检测框。例如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YOLOv3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YOLOv5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这类方法。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2. Anchor-free detectors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：不依赖预设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anchor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，而是直接预测目标中心点、宽高或边界位置，更灵活，也更泛化。论文后面评估的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YOLOX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就属于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anchor-free detector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什么是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anchor?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目标检测里，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anchor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（锚框）可以理解为模型事先放在图像不同位置、不同大小、不同长宽比的一批候选框模板。目标检测器不是从零开始任意画框，而是先在图像上铺很多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anchor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，然后预测：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这个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anchor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附近有没有目标；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目标属于什么类别；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这个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anchor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应该往哪里移动、放大或缩小，才能更贴合真实目标。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0763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4218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Background - MOT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02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10A983-37E3-D3D9-A271-0B5BDD103C7C}"/>
              </a:ext>
            </a:extLst>
          </p:cNvPr>
          <p:cNvSpPr txBox="1"/>
          <p:nvPr/>
        </p:nvSpPr>
        <p:spPr>
          <a:xfrm>
            <a:off x="626703" y="976540"/>
            <a:ext cx="10568968" cy="452983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MOT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有两类路线：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30000"/>
              </a:lnSpc>
              <a:spcAft>
                <a:spcPts val="600"/>
              </a:spcAft>
              <a:buAutoNum type="arabicPeriod"/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tracking-by-detection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，即先检测目标，再把检测结果跨帧关联起来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30000"/>
              </a:lnSpc>
              <a:spcAft>
                <a:spcPts val="600"/>
              </a:spcAft>
              <a:buAutoNum type="arabicPeriod"/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detection-free tracking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，需要手动裁剪或标记目标。自动驾驶场景中，目标数量和位置不可预测，车辆、行人会不断进入或离开视野，所以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tracking-by-detection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更适合自动驾驶。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MOT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通常有两个重要机制：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30000"/>
              </a:lnSpc>
              <a:spcAft>
                <a:spcPts val="600"/>
              </a:spcAft>
              <a:buAutoNum type="arabicPeriod"/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目标连续出现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H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帧 后，才正式建立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tracker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；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30000"/>
              </a:lnSpc>
              <a:spcAft>
                <a:spcPts val="600"/>
              </a:spcAft>
              <a:buAutoNum type="arabicPeriod"/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目标连续丢失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R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帧 后，才删除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tracker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这意味着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MOT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对短暂检测失败有容忍度，但也意味着攻击者只要在少数帧里成功制造错误关联，就可能让错误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tracker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持续一段时间，造成漏洞利用。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124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5" y="326688"/>
            <a:ext cx="8487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Motivation – Existing Attack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02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10A983-37E3-D3D9-A271-0B5BDD103C7C}"/>
              </a:ext>
            </a:extLst>
          </p:cNvPr>
          <p:cNvSpPr txBox="1"/>
          <p:nvPr/>
        </p:nvSpPr>
        <p:spPr>
          <a:xfrm>
            <a:off x="626703" y="976540"/>
            <a:ext cx="10568968" cy="429899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已有研究已经证明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DNN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目标检测器容易受到对抗样本攻击，尤其是在自动驾驶场景中。但是，这类攻击多数只针对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object detection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，比如让车辆消失、误分类或产生错误检测框。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问题在于，完整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AD perception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还包括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MOT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。由于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MOT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的多帧一致性机制，单纯攻击检测器要真正影响感知链路，需要连续大量帧都成功。作者指出，一个只针对检测器的攻击若想显著影响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AD perception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，可能需要在连续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60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帧中达到至少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98%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成功率，这对既有方法来说非常困难。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综上，自动驾驶视觉感知的是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object detection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与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MOT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共同构成的多帧感知链路；已有检测攻击和单目标跟踪攻击都不足以解决这个问题，因此需要一种能精确操控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BBOX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位置、形状和置信度的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MOT hijacking attack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，即 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ControlLoc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要做的事情。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496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074430" y="2717482"/>
            <a:ext cx="86449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4400" b="1">
                <a:solidFill>
                  <a:srgbClr val="324769"/>
                </a:solidFill>
                <a:latin typeface="Arial" panose="020B0604020202020204"/>
                <a:ea typeface="微软雅黑" panose="020B0503020204020204" pitchFamily="34" charset="-122"/>
                <a:cs typeface="汉仪中宋简" panose="02010609000101010101" charset="-128"/>
              </a:defRPr>
            </a:lvl1pPr>
          </a:lstStyle>
          <a:p>
            <a:pPr algn="l"/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Attack Goal &amp; System Design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785" y="2346960"/>
            <a:ext cx="1684655" cy="1445260"/>
            <a:chOff x="909" y="4569"/>
            <a:chExt cx="2653" cy="2276"/>
          </a:xfrm>
        </p:grpSpPr>
        <p:sp>
          <p:nvSpPr>
            <p:cNvPr id="12" name="椭圆 11"/>
            <p:cNvSpPr/>
            <p:nvPr/>
          </p:nvSpPr>
          <p:spPr>
            <a:xfrm>
              <a:off x="2306" y="4674"/>
              <a:ext cx="957" cy="957"/>
            </a:xfrm>
            <a:prstGeom prst="ellipse">
              <a:avLst/>
            </a:prstGeom>
            <a:solidFill>
              <a:srgbClr val="D0E1F7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09" y="4569"/>
              <a:ext cx="2653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dirty="0">
                  <a:solidFill>
                    <a:srgbClr val="324769"/>
                  </a:solidFill>
                  <a:cs typeface="+mn-ea"/>
                  <a:sym typeface="+mn-lt"/>
                </a:rPr>
                <a:t>03</a:t>
              </a: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530225" y="3720465"/>
            <a:ext cx="5784850" cy="0"/>
          </a:xfrm>
          <a:prstGeom prst="line">
            <a:avLst/>
          </a:prstGeom>
          <a:ln w="28575" cmpd="thickThin">
            <a:solidFill>
              <a:srgbClr val="3247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230229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16"/>
    </mc:Choice>
    <mc:Fallback xmlns="">
      <p:transition spd="slow" advTm="731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5" y="326688"/>
            <a:ext cx="8487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Attack Goal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03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10A983-37E3-D3D9-A271-0B5BDD103C7C}"/>
              </a:ext>
            </a:extLst>
          </p:cNvPr>
          <p:cNvSpPr txBox="1"/>
          <p:nvPr/>
        </p:nvSpPr>
        <p:spPr>
          <a:xfrm>
            <a:off x="626703" y="976540"/>
            <a:ext cx="10568968" cy="237539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攻击目标：车辆碰撞和不必要的紧急刹车。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因此，作者定义了两种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tracker hijacking attack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move-in attack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move-out attack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Move-in attack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的目标是制造不存在的障碍物在车道内的错觉。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Move-out attack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的目标则相反，它的攻击目标是让车看不到实际存在的障碍物。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AB1C64-3479-4DAE-BCCC-C1D330BAF6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5106" y="2884524"/>
            <a:ext cx="8181468" cy="394284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0855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34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System Design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03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4F8BEF-7707-45A3-9AAC-6035828668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8373" y="1920773"/>
            <a:ext cx="9835253" cy="493151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8588FCC-F06A-4BDB-BFAF-4A98F16C2D3D}"/>
              </a:ext>
            </a:extLst>
          </p:cNvPr>
          <p:cNvSpPr txBox="1"/>
          <p:nvPr/>
        </p:nvSpPr>
        <p:spPr>
          <a:xfrm>
            <a:off x="626703" y="976540"/>
            <a:ext cx="10568968" cy="944233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提出了一种分为两阶段的攻击方法，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Stage 1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：找到最适合放补丁的位置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Stage 2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：在该位置生成能操控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BBOX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的对抗性样本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8424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9441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System Design – Stage 1: Patch Location Preselection</a:t>
            </a:r>
            <a:r>
              <a:rPr lang="zh-CN" altLang="en-US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 </a:t>
            </a:r>
            <a:endParaRPr lang="en-US" altLang="zh-CN" sz="2800" dirty="0">
              <a:solidFill>
                <a:srgbClr val="324769"/>
              </a:solidFill>
              <a:latin typeface="Times New Roman" panose="02020603050405020304" pitchFamily="18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03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8588FCC-F06A-4BDB-BFAF-4A98F16C2D3D}"/>
              </a:ext>
            </a:extLst>
          </p:cNvPr>
          <p:cNvSpPr txBox="1"/>
          <p:nvPr/>
        </p:nvSpPr>
        <p:spPr>
          <a:xfrm>
            <a:off x="626703" y="976540"/>
            <a:ext cx="10568968" cy="174445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物理世界中的补丁必须是一个连续区域，例如车尾显示器上的一块区域。因此作者设计了一个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mask-based optimization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方法，先找出图像中对检测结果最敏感的区域。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mask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的高值区域表示“这里加扰动更容易影响检测器”。（图像识别相关）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3B70C99-6BAF-4251-A7B3-E793F1F2A0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7140" y="3253760"/>
            <a:ext cx="5648093" cy="297310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8086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9441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System Design – Stage 2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03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8588FCC-F06A-4BDB-BFAF-4A98F16C2D3D}"/>
              </a:ext>
            </a:extLst>
          </p:cNvPr>
          <p:cNvSpPr txBox="1"/>
          <p:nvPr/>
        </p:nvSpPr>
        <p:spPr>
          <a:xfrm>
            <a:off x="626703" y="976540"/>
            <a:ext cx="10568968" cy="573015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Step 1: Finding Target Fabricated BBOX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接下来作者要确定一个目标伪造框，这个伪造框需要精心构造。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如果伪造框离原始框太远，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MOT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会认为它是一个新目标，无法劫持原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tracker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；如果伪造框离原始框太近，虽然可能关联成功，但偏移太小，对下游驾驶决策影响不明显。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Step 2: 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BBox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Filter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目标检测器会产生大量候选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BBOX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，但绝大多数和攻击无关。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ControlLoc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必须知道：哪些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BBOX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要被增强，用来生成伪造框；哪些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BBOX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要被压低，用来擦除原始框。作者提出了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C-BBOX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，也就是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Center Bounding Box Filter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。它利用很多检测器的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grid-based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结构：图像会被划分成网格，每个网格负责预测附近目标的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BBOX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ControlLoc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根据目标伪造框的位置，找到对应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grid cell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，再进一步选择最可能成为伪造框的候选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BBOX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Step 3: Loss Design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Score Loss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负责控制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BBOX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的出现和消失。它一方面提高伪造框的置信度，让它能通过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NMS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并出现在检测结果中；另一方面降低原始位置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BBOX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的置信度，让真实框消失。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717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074430" y="2717482"/>
            <a:ext cx="49106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4400" b="1">
                <a:solidFill>
                  <a:srgbClr val="324769"/>
                </a:solidFill>
                <a:latin typeface="Arial" panose="020B0604020202020204"/>
                <a:ea typeface="微软雅黑" panose="020B0503020204020204" pitchFamily="34" charset="-122"/>
                <a:cs typeface="汉仪中宋简" panose="02010609000101010101" charset="-128"/>
              </a:defRPr>
            </a:lvl1pPr>
          </a:lstStyle>
          <a:p>
            <a:pPr algn="l"/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Evaluation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785" y="2346960"/>
            <a:ext cx="1684655" cy="1445260"/>
            <a:chOff x="909" y="4569"/>
            <a:chExt cx="2653" cy="2276"/>
          </a:xfrm>
        </p:grpSpPr>
        <p:sp>
          <p:nvSpPr>
            <p:cNvPr id="12" name="椭圆 11"/>
            <p:cNvSpPr/>
            <p:nvPr/>
          </p:nvSpPr>
          <p:spPr>
            <a:xfrm>
              <a:off x="2306" y="4674"/>
              <a:ext cx="957" cy="957"/>
            </a:xfrm>
            <a:prstGeom prst="ellipse">
              <a:avLst/>
            </a:prstGeom>
            <a:solidFill>
              <a:srgbClr val="D0E1F7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09" y="4569"/>
              <a:ext cx="2653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dirty="0">
                  <a:solidFill>
                    <a:srgbClr val="324769"/>
                  </a:solidFill>
                  <a:cs typeface="+mn-ea"/>
                  <a:sym typeface="+mn-lt"/>
                </a:rPr>
                <a:t>04</a:t>
              </a: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530225" y="3720465"/>
            <a:ext cx="5784850" cy="0"/>
          </a:xfrm>
          <a:prstGeom prst="line">
            <a:avLst/>
          </a:prstGeom>
          <a:ln w="28575" cmpd="thickThin">
            <a:solidFill>
              <a:srgbClr val="3247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18728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16"/>
    </mc:Choice>
    <mc:Fallback xmlns="">
      <p:transition spd="slow" advTm="731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34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Evaluation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04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-1" y="976540"/>
            <a:ext cx="12192000" cy="45249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Evaluation Setting: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AE6E88-98C6-496F-BBB4-4988D46559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799" y="1397965"/>
            <a:ext cx="10766400" cy="51333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56715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34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Evaluation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04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0" y="610234"/>
            <a:ext cx="12192000" cy="637648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Comparison with Prior Attack:</a:t>
            </a:r>
          </a:p>
          <a:p>
            <a:pPr marL="0"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和已有攻击进行比较，第一组是和之前的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hijacking attack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比。作者选择较稳健的 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ApoT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作为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tracker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，并测试不同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detector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，以及 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ApoT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中不同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Kalman filter noise covariance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参数。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0"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结果显示，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ControlLoc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在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Y3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ApoD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Y5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上达到约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99.4% ASR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，在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YOLOX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上达到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90% ASR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；而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baseline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在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YOLOX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上只有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8.3%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，在其他模型上约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24.8%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。作者解释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baseline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失败的原因是：它很难同时保持“原始框消失”和“伪造框出现”。当超参数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λ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较小时，目标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BBOX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容易直接消失；当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λ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较大时，又可能没有明显变化或产生多个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BBOX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ControlLoc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的优势在于能更稳定地操控目标位置，从而真正劫持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tracker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0"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第二组对比是和传统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SLRM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standard 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Lagrangian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relaxation method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） 优化方法比。传统方法把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score loss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regression loss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加权相加，但在这里容易出现梯度冲突：要么伪造框分数上不去，要么位置和形状优化不好。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ControlLoc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的选择性优化策略能缓解这个问题，即先确保伪造框出现、原始框消失，再优化伪造框的位置和形状。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0"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第三组是验证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Stage I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patch location preselection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是否有用。随机选车尾位置时，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move-in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move-out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ASR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都只有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20%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；使用作者的补丁位置预选后，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move-in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达到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90%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move-out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达到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80%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，平均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85%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。这说明补丁位置的选择也非常重要。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511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34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Evaluation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04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332961" y="976540"/>
            <a:ext cx="11191461" cy="342183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Physical-World Attack Evaluation</a:t>
            </a:r>
          </a:p>
          <a:p>
            <a:pPr marL="0"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作者把对抗补丁显示在真实车辆后部的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32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英寸显示器 上，并把攻击帧嵌入一个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benign advertisement video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中。实验覆盖三类光照：晴天约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20,000 lux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、阴天约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8,000 lux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、夜晚约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70 lux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；四个角度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L1–L4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；六种常见道路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路口背景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B1–B6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L1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L2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对应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move-out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L3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L4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对应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move-in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。每种场景取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5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段视频平均。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0"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结果是：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ControlLoc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在真实物理世界中平均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ASR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为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79%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，而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baseline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是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0%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。这说明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baseline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不只在数字域弱，在真实显示器、真实摄像头、真实光照下基本不可用；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ControlLoc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则能跨光照、角度、背景保持较高攻击成功率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CE1C94-1ABE-4976-BBB7-EA3B865A6E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6013" y="4364674"/>
            <a:ext cx="5825986" cy="24933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106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074430" y="2717482"/>
            <a:ext cx="49106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4400" b="1">
                <a:solidFill>
                  <a:srgbClr val="324769"/>
                </a:solidFill>
                <a:latin typeface="Arial" panose="020B0604020202020204"/>
                <a:ea typeface="微软雅黑" panose="020B0503020204020204" pitchFamily="34" charset="-122"/>
                <a:cs typeface="汉仪中宋简" panose="02010609000101010101" charset="-128"/>
              </a:defRPr>
            </a:lvl1pPr>
          </a:lstStyle>
          <a:p>
            <a:pPr algn="l"/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Limitation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785" y="2346960"/>
            <a:ext cx="1684655" cy="1445260"/>
            <a:chOff x="909" y="4569"/>
            <a:chExt cx="2653" cy="2276"/>
          </a:xfrm>
        </p:grpSpPr>
        <p:sp>
          <p:nvSpPr>
            <p:cNvPr id="12" name="椭圆 11"/>
            <p:cNvSpPr/>
            <p:nvPr/>
          </p:nvSpPr>
          <p:spPr>
            <a:xfrm>
              <a:off x="2306" y="4674"/>
              <a:ext cx="957" cy="957"/>
            </a:xfrm>
            <a:prstGeom prst="ellipse">
              <a:avLst/>
            </a:prstGeom>
            <a:solidFill>
              <a:srgbClr val="D0E1F7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09" y="4569"/>
              <a:ext cx="2653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dirty="0">
                  <a:solidFill>
                    <a:srgbClr val="324769"/>
                  </a:solidFill>
                  <a:cs typeface="+mn-ea"/>
                  <a:sym typeface="+mn-lt"/>
                </a:rPr>
                <a:t>05</a:t>
              </a: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530225" y="3720465"/>
            <a:ext cx="5784850" cy="0"/>
          </a:xfrm>
          <a:prstGeom prst="line">
            <a:avLst/>
          </a:prstGeom>
          <a:ln w="28575" cmpd="thickThin">
            <a:solidFill>
              <a:srgbClr val="3247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3664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16"/>
    </mc:Choice>
    <mc:Fallback xmlns="">
      <p:transition spd="slow" advTm="7316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34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Limitation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05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332961" y="976540"/>
            <a:ext cx="11191461" cy="174445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ControlLoc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没有直接在商业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AD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系统上测试。论文主要使用开源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学术系统，例如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Apollo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YOLO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系列检测器、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BoT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-SORT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ByteTrack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StrongSORT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，以及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LGSVL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仿真器。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此外，已有研究显示对抗攻击在商业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AD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系统上的影响通常会弱一些</a:t>
            </a:r>
            <a:r>
              <a:rPr lang="zh-CN" altLang="en-US" sz="200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，说明文章中使用的开源算法与商业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系统</a:t>
            </a:r>
            <a:r>
              <a:rPr lang="zh-CN" altLang="en-US" sz="200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之间存在差异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785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/>
          <p:cNvSpPr txBox="1"/>
          <p:nvPr/>
        </p:nvSpPr>
        <p:spPr>
          <a:xfrm>
            <a:off x="3908921" y="1800795"/>
            <a:ext cx="88286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324769"/>
                </a:solidFill>
                <a:cs typeface="+mn-ea"/>
                <a:sym typeface="+mn-lt"/>
              </a:rPr>
              <a:t>Thank you</a:t>
            </a:r>
            <a:endParaRPr lang="zh-CN" altLang="en-US" sz="6000" b="1" dirty="0">
              <a:solidFill>
                <a:srgbClr val="324769"/>
              </a:solidFill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 bwMode="auto">
          <a:xfrm>
            <a:off x="5494743" y="2822807"/>
            <a:ext cx="5935980" cy="361950"/>
            <a:chOff x="4154888" y="3453573"/>
            <a:chExt cx="3846874" cy="361046"/>
          </a:xfrm>
        </p:grpSpPr>
        <p:cxnSp>
          <p:nvCxnSpPr>
            <p:cNvPr id="21" name="直接连接符 20"/>
            <p:cNvCxnSpPr/>
            <p:nvPr>
              <p:custDataLst>
                <p:tags r:id="rId2"/>
              </p:custDataLst>
            </p:nvPr>
          </p:nvCxnSpPr>
          <p:spPr>
            <a:xfrm>
              <a:off x="4154888" y="3453573"/>
              <a:ext cx="3846874" cy="0"/>
            </a:xfrm>
            <a:prstGeom prst="line">
              <a:avLst/>
            </a:prstGeom>
            <a:ln w="25400">
              <a:solidFill>
                <a:srgbClr val="04487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等腰三角形 21"/>
            <p:cNvSpPr/>
            <p:nvPr>
              <p:custDataLst>
                <p:tags r:id="rId3"/>
              </p:custDataLst>
            </p:nvPr>
          </p:nvSpPr>
          <p:spPr>
            <a:xfrm flipV="1">
              <a:off x="5872725" y="3459907"/>
              <a:ext cx="411201" cy="354712"/>
            </a:xfrm>
            <a:prstGeom prst="triangle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08afc54-f34b-4633-8412-67a6c1d9117b"/>
  <p:tag name="COMMONDATA" val="eyJjb3VudCI6Mi4wLCJoZGlkIjoiNmRkMTg0ODI2ZDZmMjEzNWY2MWIwMWRkMWY0MzFhOTkiLCJ1c2VyQ291bnQiOjIuMH0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第一PPT，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awvcu0p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 w="19050">
          <a:noFill/>
        </a:ln>
      </a:spPr>
      <a:bodyPr wrap="square" rtlCol="0">
        <a:spAutoFit/>
      </a:bodyPr>
      <a:lstStyle>
        <a:defPPr algn="dist">
          <a:defRPr lang="zh-CN" altLang="en-US" sz="2400">
            <a:solidFill>
              <a:schemeClr val="bg1"/>
            </a:solidFill>
            <a:latin typeface="汉仪中宋简" panose="02010609000101010101" charset="-128"/>
            <a:ea typeface="汉仪中宋简" panose="02010609000101010101" charset="-128"/>
            <a:cs typeface="汉仪中宋简" panose="02010609000101010101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wvcu0p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中宋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中宋简"/>
        <a:ea typeface=""/>
        <a:cs typeface=""/>
        <a:font script="Jpan" typeface="ＭＳ Ｐゴシック"/>
        <a:font script="Hang" typeface="맑은 고딕"/>
        <a:font script="Hans" typeface="汉仪中宋简"/>
        <a:font script="Hant" typeface="新細明體"/>
        <a:font script="Arab" typeface="汉仪中宋简"/>
        <a:font script="Hebr" typeface="汉仪中宋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中宋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中宋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中宋简"/>
        <a:ea typeface=""/>
        <a:cs typeface=""/>
        <a:font script="Jpan" typeface="ＭＳ Ｐゴシック"/>
        <a:font script="Hang" typeface="맑은 고딕"/>
        <a:font script="Hans" typeface="汉仪中宋简"/>
        <a:font script="Hant" typeface="新細明體"/>
        <a:font script="Arab" typeface="汉仪中宋简"/>
        <a:font script="Hebr" typeface="汉仪中宋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中宋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2080</TotalTime>
  <Words>2669</Words>
  <Application>Microsoft Office PowerPoint</Application>
  <PresentationFormat>宽屏</PresentationFormat>
  <Paragraphs>124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汉仪中宋简</vt:lpstr>
      <vt:lpstr>苹方 中等</vt:lpstr>
      <vt:lpstr>微软雅黑</vt:lpstr>
      <vt:lpstr>Arial</vt:lpstr>
      <vt:lpstr>Times New Roman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开题报告</dc:title>
  <dc:creator>第一PPT</dc:creator>
  <cp:keywords>www.1ppt.com</cp:keywords>
  <dc:description>www.1ppt.com</dc:description>
  <cp:lastModifiedBy>YD C</cp:lastModifiedBy>
  <cp:revision>1989</cp:revision>
  <dcterms:created xsi:type="dcterms:W3CDTF">2019-06-19T02:08:00Z</dcterms:created>
  <dcterms:modified xsi:type="dcterms:W3CDTF">2026-05-11T11:07:19Z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93F97E03304C4856B2158B3182922B9A_12</vt:lpwstr>
  </property>
  <property fmtid="{D5CDD505-2E9C-101B-9397-08002B2CF9AE}" pid="3" name="KSOProductBuildVer">
    <vt:lpwstr>2052-12.1.0.24034</vt:lpwstr>
  </property>
</Properties>
</file>