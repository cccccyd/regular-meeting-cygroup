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1.xml" ContentType="application/vnd.openxmlformats-officedocument.presentationml.notesSlide+xml"/>
  <Override PartName="/ppt/tags/tag32.xml" ContentType="application/vnd.openxmlformats-officedocument.presentationml.tags+xml"/>
  <Override PartName="/ppt/notesSlides/notesSlide2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3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4.xml" ContentType="application/vnd.openxmlformats-officedocument.presentationml.notesSlide+xml"/>
  <Override PartName="/ppt/tags/tag41.xml" ContentType="application/vnd.openxmlformats-officedocument.presentationml.tags+xml"/>
  <Override PartName="/ppt/notesSlides/notesSlide5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6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7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8.xml" ContentType="application/vnd.openxmlformats-officedocument.presentationml.notesSlide+xml"/>
  <Override PartName="/ppt/tags/tag54.xml" ContentType="application/vnd.openxmlformats-officedocument.presentationml.tags+xml"/>
  <Override PartName="/ppt/notesSlides/notesSlide9.xml" ContentType="application/vnd.openxmlformats-officedocument.presentationml.notesSlide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10.xml" ContentType="application/vnd.openxmlformats-officedocument.presentationml.notesSlid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11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12.xml" ContentType="application/vnd.openxmlformats-officedocument.presentationml.notesSlide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13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notesSlides/notesSlide14.xml" ContentType="application/vnd.openxmlformats-officedocument.presentationml.notesSlide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15.xml" ContentType="application/vnd.openxmlformats-officedocument.presentationml.notesSlide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notesSlides/notesSlide16.xml" ContentType="application/vnd.openxmlformats-officedocument.presentationml.notesSlide+xml"/>
  <Override PartName="/ppt/tags/tag83.xml" ContentType="application/vnd.openxmlformats-officedocument.presentationml.tags+xml"/>
  <Override PartName="/ppt/notesSlides/notesSlide17.xml" ContentType="application/vnd.openxmlformats-officedocument.presentationml.notesSlide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notesSlides/notesSlide18.xml" ContentType="application/vnd.openxmlformats-officedocument.presentationml.notesSlide+xml"/>
  <Override PartName="/ppt/tags/tag88.xml" ContentType="application/vnd.openxmlformats-officedocument.presentationml.tags+xml"/>
  <Override PartName="/ppt/notesSlides/notesSlide19.xml" ContentType="application/vnd.openxmlformats-officedocument.presentationml.notesSlide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notesSlides/notesSlide20.xml" ContentType="application/vnd.openxmlformats-officedocument.presentationml.notesSlide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notesSlides/notesSlide21.xml" ContentType="application/vnd.openxmlformats-officedocument.presentationml.notesSlide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notesSlides/notesSlide22.xml" ContentType="application/vnd.openxmlformats-officedocument.presentationml.notesSlide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notesSlides/notesSlide23.xml" ContentType="application/vnd.openxmlformats-officedocument.presentationml.notesSlide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notesSlides/notesSlide24.xml" ContentType="application/vnd.openxmlformats-officedocument.presentationml.notesSlide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notesSlides/notesSlide25.xml" ContentType="application/vnd.openxmlformats-officedocument.presentationml.notesSlide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notesSlides/notesSlide26.xml" ContentType="application/vnd.openxmlformats-officedocument.presentationml.notesSlide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30"/>
  </p:notesMasterIdLst>
  <p:handoutMasterIdLst>
    <p:handoutMasterId r:id="rId31"/>
  </p:handoutMasterIdLst>
  <p:sldIdLst>
    <p:sldId id="256" r:id="rId3"/>
    <p:sldId id="258" r:id="rId4"/>
    <p:sldId id="328" r:id="rId5"/>
    <p:sldId id="344" r:id="rId6"/>
    <p:sldId id="259" r:id="rId7"/>
    <p:sldId id="316" r:id="rId8"/>
    <p:sldId id="345" r:id="rId9"/>
    <p:sldId id="356" r:id="rId10"/>
    <p:sldId id="331" r:id="rId11"/>
    <p:sldId id="348" r:id="rId12"/>
    <p:sldId id="357" r:id="rId13"/>
    <p:sldId id="358" r:id="rId14"/>
    <p:sldId id="359" r:id="rId15"/>
    <p:sldId id="360" r:id="rId16"/>
    <p:sldId id="361" r:id="rId17"/>
    <p:sldId id="362" r:id="rId18"/>
    <p:sldId id="363" r:id="rId19"/>
    <p:sldId id="364" r:id="rId20"/>
    <p:sldId id="338" r:id="rId21"/>
    <p:sldId id="339" r:id="rId22"/>
    <p:sldId id="365" r:id="rId23"/>
    <p:sldId id="366" r:id="rId24"/>
    <p:sldId id="368" r:id="rId25"/>
    <p:sldId id="369" r:id="rId26"/>
    <p:sldId id="371" r:id="rId27"/>
    <p:sldId id="370" r:id="rId28"/>
    <p:sldId id="266" r:id="rId29"/>
  </p:sldIdLst>
  <p:sldSz cx="12192000" cy="6858000"/>
  <p:notesSz cx="6858000" cy="9144000"/>
  <p:custDataLst>
    <p:tags r:id="rId3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8" userDrawn="1">
          <p15:clr>
            <a:srgbClr val="A4A3A4"/>
          </p15:clr>
        </p15:guide>
        <p15:guide id="2" pos="219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4769"/>
    <a:srgbClr val="FFFFFF"/>
    <a:srgbClr val="425C8A"/>
    <a:srgbClr val="ACBBDB"/>
    <a:srgbClr val="D0E1F7"/>
    <a:srgbClr val="D9D9D9"/>
    <a:srgbClr val="DCDCDC"/>
    <a:srgbClr val="F0F0F0"/>
    <a:srgbClr val="E6E6E6"/>
    <a:srgbClr val="C8C8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CC719B-9CBB-4DD0-9AB8-AE9266F71723}" v="1" dt="2026-07-07T01:36:04.9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12" autoAdjust="0"/>
    <p:restoredTop sz="78288" autoAdjust="0"/>
  </p:normalViewPr>
  <p:slideViewPr>
    <p:cSldViewPr snapToGrid="0" showGuides="1">
      <p:cViewPr varScale="1">
        <p:scale>
          <a:sx n="84" d="100"/>
          <a:sy n="84" d="100"/>
        </p:scale>
        <p:origin x="663" y="51"/>
      </p:cViewPr>
      <p:guideLst>
        <p:guide orient="horz" pos="1028"/>
        <p:guide pos="219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gs" Target="tags/tag1.xml"/><Relationship Id="rId37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D C" userId="0d18cc71d923e2ec" providerId="LiveId" clId="{DEAF9514-8263-577F-A4E9-733F9D3C90C6}"/>
    <pc:docChg chg="undo custSel addSld delSld modSld sldOrd">
      <pc:chgData name="YD C" userId="0d18cc71d923e2ec" providerId="LiveId" clId="{DEAF9514-8263-577F-A4E9-733F9D3C90C6}" dt="2026-07-06T13:37:58.911" v="257" actId="20577"/>
      <pc:docMkLst>
        <pc:docMk/>
      </pc:docMkLst>
      <pc:sldChg chg="modSp mod">
        <pc:chgData name="YD C" userId="0d18cc71d923e2ec" providerId="LiveId" clId="{DEAF9514-8263-577F-A4E9-733F9D3C90C6}" dt="2026-07-06T13:25:35.976" v="113" actId="20577"/>
        <pc:sldMkLst>
          <pc:docMk/>
          <pc:sldMk cId="1230229689" sldId="331"/>
        </pc:sldMkLst>
        <pc:spChg chg="mod">
          <ac:chgData name="YD C" userId="0d18cc71d923e2ec" providerId="LiveId" clId="{DEAF9514-8263-577F-A4E9-733F9D3C90C6}" dt="2026-07-06T13:25:35.976" v="113" actId="20577"/>
          <ac:spMkLst>
            <pc:docMk/>
            <pc:sldMk cId="1230229689" sldId="331"/>
            <ac:spMk id="10" creationId="{00000000-0000-0000-0000-000000000000}"/>
          </ac:spMkLst>
        </pc:spChg>
      </pc:sldChg>
      <pc:sldChg chg="del">
        <pc:chgData name="YD C" userId="0d18cc71d923e2ec" providerId="LiveId" clId="{DEAF9514-8263-577F-A4E9-733F9D3C90C6}" dt="2026-07-06T13:29:36.597" v="134" actId="2696"/>
        <pc:sldMkLst>
          <pc:docMk/>
          <pc:sldMk cId="1558424783" sldId="332"/>
        </pc:sldMkLst>
      </pc:sldChg>
      <pc:sldChg chg="delSp modSp mod">
        <pc:chgData name="YD C" userId="0d18cc71d923e2ec" providerId="LiveId" clId="{DEAF9514-8263-577F-A4E9-733F9D3C90C6}" dt="2026-07-06T13:26:44.766" v="133" actId="478"/>
        <pc:sldMkLst>
          <pc:docMk/>
          <pc:sldMk cId="2208558822" sldId="348"/>
        </pc:sldMkLst>
        <pc:spChg chg="mod">
          <ac:chgData name="YD C" userId="0d18cc71d923e2ec" providerId="LiveId" clId="{DEAF9514-8263-577F-A4E9-733F9D3C90C6}" dt="2026-07-06T13:26:41.513" v="132"/>
          <ac:spMkLst>
            <pc:docMk/>
            <pc:sldMk cId="2208558822" sldId="348"/>
            <ac:spMk id="2" creationId="{8410A983-37E3-D3D9-A271-0B5BDD103C7C}"/>
          </ac:spMkLst>
        </pc:spChg>
        <pc:spChg chg="mod">
          <ac:chgData name="YD C" userId="0d18cc71d923e2ec" providerId="LiveId" clId="{DEAF9514-8263-577F-A4E9-733F9D3C90C6}" dt="2026-07-06T13:26:06.005" v="129" actId="20577"/>
          <ac:spMkLst>
            <pc:docMk/>
            <pc:sldMk cId="2208558822" sldId="348"/>
            <ac:spMk id="10" creationId="{00000000-0000-0000-0000-000000000000}"/>
          </ac:spMkLst>
        </pc:spChg>
        <pc:picChg chg="del">
          <ac:chgData name="YD C" userId="0d18cc71d923e2ec" providerId="LiveId" clId="{DEAF9514-8263-577F-A4E9-733F9D3C90C6}" dt="2026-07-06T13:26:44.766" v="133" actId="478"/>
          <ac:picMkLst>
            <pc:docMk/>
            <pc:sldMk cId="2208558822" sldId="348"/>
            <ac:picMk id="7" creationId="{91AB1C64-3479-4DAE-BCCC-C1D330BAF66E}"/>
          </ac:picMkLst>
        </pc:picChg>
      </pc:sldChg>
      <pc:sldChg chg="del">
        <pc:chgData name="YD C" userId="0d18cc71d923e2ec" providerId="LiveId" clId="{DEAF9514-8263-577F-A4E9-733F9D3C90C6}" dt="2026-07-06T13:29:39.643" v="135" actId="2696"/>
        <pc:sldMkLst>
          <pc:docMk/>
          <pc:sldMk cId="258086066" sldId="349"/>
        </pc:sldMkLst>
      </pc:sldChg>
      <pc:sldChg chg="del">
        <pc:chgData name="YD C" userId="0d18cc71d923e2ec" providerId="LiveId" clId="{DEAF9514-8263-577F-A4E9-733F9D3C90C6}" dt="2026-07-06T13:29:40.494" v="136" actId="2696"/>
        <pc:sldMkLst>
          <pc:docMk/>
          <pc:sldMk cId="4077170964" sldId="350"/>
        </pc:sldMkLst>
      </pc:sldChg>
      <pc:sldChg chg="del">
        <pc:chgData name="YD C" userId="0d18cc71d923e2ec" providerId="LiveId" clId="{DEAF9514-8263-577F-A4E9-733F9D3C90C6}" dt="2026-07-06T13:29:45.217" v="137" actId="2696"/>
        <pc:sldMkLst>
          <pc:docMk/>
          <pc:sldMk cId="2915119190" sldId="351"/>
        </pc:sldMkLst>
      </pc:sldChg>
      <pc:sldChg chg="del">
        <pc:chgData name="YD C" userId="0d18cc71d923e2ec" providerId="LiveId" clId="{DEAF9514-8263-577F-A4E9-733F9D3C90C6}" dt="2026-07-06T13:29:45.925" v="138" actId="2696"/>
        <pc:sldMkLst>
          <pc:docMk/>
          <pc:sldMk cId="1751069067" sldId="353"/>
        </pc:sldMkLst>
      </pc:sldChg>
      <pc:sldChg chg="add del">
        <pc:chgData name="YD C" userId="0d18cc71d923e2ec" providerId="LiveId" clId="{DEAF9514-8263-577F-A4E9-733F9D3C90C6}" dt="2026-07-06T13:29:49.599" v="140" actId="2696"/>
        <pc:sldMkLst>
          <pc:docMk/>
          <pc:sldMk cId="2447859553" sldId="355"/>
        </pc:sldMkLst>
      </pc:sldChg>
      <pc:sldChg chg="modSp del mod">
        <pc:chgData name="YD C" userId="0d18cc71d923e2ec" providerId="LiveId" clId="{DEAF9514-8263-577F-A4E9-733F9D3C90C6}" dt="2026-07-06T13:21:44.938" v="111" actId="2696"/>
        <pc:sldMkLst>
          <pc:docMk/>
          <pc:sldMk cId="321399119" sldId="357"/>
        </pc:sldMkLst>
        <pc:spChg chg="mod">
          <ac:chgData name="YD C" userId="0d18cc71d923e2ec" providerId="LiveId" clId="{DEAF9514-8263-577F-A4E9-733F9D3C90C6}" dt="2026-07-06T13:18:28.407" v="110" actId="20577"/>
          <ac:spMkLst>
            <pc:docMk/>
            <pc:sldMk cId="321399119" sldId="357"/>
            <ac:spMk id="2" creationId="{8410A983-37E3-D3D9-A271-0B5BDD103C7C}"/>
          </ac:spMkLst>
        </pc:spChg>
        <pc:spChg chg="mod">
          <ac:chgData name="YD C" userId="0d18cc71d923e2ec" providerId="LiveId" clId="{DEAF9514-8263-577F-A4E9-733F9D3C90C6}" dt="2026-07-06T13:07:40.530" v="21" actId="20577"/>
          <ac:spMkLst>
            <pc:docMk/>
            <pc:sldMk cId="321399119" sldId="357"/>
            <ac:spMk id="10" creationId="{00000000-0000-0000-0000-000000000000}"/>
          </ac:spMkLst>
        </pc:spChg>
      </pc:sldChg>
      <pc:sldChg chg="modSp add mod">
        <pc:chgData name="YD C" userId="0d18cc71d923e2ec" providerId="LiveId" clId="{DEAF9514-8263-577F-A4E9-733F9D3C90C6}" dt="2026-07-06T13:31:25.117" v="159" actId="20577"/>
        <pc:sldMkLst>
          <pc:docMk/>
          <pc:sldMk cId="3175165552" sldId="357"/>
        </pc:sldMkLst>
        <pc:spChg chg="mod">
          <ac:chgData name="YD C" userId="0d18cc71d923e2ec" providerId="LiveId" clId="{DEAF9514-8263-577F-A4E9-733F9D3C90C6}" dt="2026-07-06T13:31:25.117" v="159" actId="20577"/>
          <ac:spMkLst>
            <pc:docMk/>
            <pc:sldMk cId="3175165552" sldId="357"/>
            <ac:spMk id="2" creationId="{C96AC18B-BC1B-A429-1A4D-0BC0327F083B}"/>
          </ac:spMkLst>
        </pc:spChg>
        <pc:spChg chg="mod">
          <ac:chgData name="YD C" userId="0d18cc71d923e2ec" providerId="LiveId" clId="{DEAF9514-8263-577F-A4E9-733F9D3C90C6}" dt="2026-07-06T13:30:08.926" v="143" actId="20577"/>
          <ac:spMkLst>
            <pc:docMk/>
            <pc:sldMk cId="3175165552" sldId="357"/>
            <ac:spMk id="10" creationId="{D2C5E1BE-7B43-C645-D4F8-88CB54333F11}"/>
          </ac:spMkLst>
        </pc:spChg>
      </pc:sldChg>
      <pc:sldChg chg="modSp add mod">
        <pc:chgData name="YD C" userId="0d18cc71d923e2ec" providerId="LiveId" clId="{DEAF9514-8263-577F-A4E9-733F9D3C90C6}" dt="2026-07-06T13:34:30.276" v="185" actId="20577"/>
        <pc:sldMkLst>
          <pc:docMk/>
          <pc:sldMk cId="3139935642" sldId="358"/>
        </pc:sldMkLst>
        <pc:spChg chg="mod">
          <ac:chgData name="YD C" userId="0d18cc71d923e2ec" providerId="LiveId" clId="{DEAF9514-8263-577F-A4E9-733F9D3C90C6}" dt="2026-07-06T13:34:30.276" v="185" actId="20577"/>
          <ac:spMkLst>
            <pc:docMk/>
            <pc:sldMk cId="3139935642" sldId="358"/>
            <ac:spMk id="2" creationId="{E595335A-849C-E44A-86B5-F5B6D52DE1EC}"/>
          </ac:spMkLst>
        </pc:spChg>
        <pc:spChg chg="mod">
          <ac:chgData name="YD C" userId="0d18cc71d923e2ec" providerId="LiveId" clId="{DEAF9514-8263-577F-A4E9-733F9D3C90C6}" dt="2026-07-06T13:31:44.614" v="169" actId="20577"/>
          <ac:spMkLst>
            <pc:docMk/>
            <pc:sldMk cId="3139935642" sldId="358"/>
            <ac:spMk id="10" creationId="{2FEA7231-51B5-3292-8E5C-9FCB5198FDF8}"/>
          </ac:spMkLst>
        </pc:spChg>
      </pc:sldChg>
      <pc:sldChg chg="addSp modSp add mod ord">
        <pc:chgData name="YD C" userId="0d18cc71d923e2ec" providerId="LiveId" clId="{DEAF9514-8263-577F-A4E9-733F9D3C90C6}" dt="2026-07-06T13:37:58.911" v="257" actId="20577"/>
        <pc:sldMkLst>
          <pc:docMk/>
          <pc:sldMk cId="3255657492" sldId="359"/>
        </pc:sldMkLst>
        <pc:spChg chg="mod">
          <ac:chgData name="YD C" userId="0d18cc71d923e2ec" providerId="LiveId" clId="{DEAF9514-8263-577F-A4E9-733F9D3C90C6}" dt="2026-07-06T13:37:58.911" v="257" actId="20577"/>
          <ac:spMkLst>
            <pc:docMk/>
            <pc:sldMk cId="3255657492" sldId="359"/>
            <ac:spMk id="2" creationId="{4458EEB9-2D8B-BF48-1ED9-85600407B923}"/>
          </ac:spMkLst>
        </pc:spChg>
        <pc:spChg chg="mod">
          <ac:chgData name="YD C" userId="0d18cc71d923e2ec" providerId="LiveId" clId="{DEAF9514-8263-577F-A4E9-733F9D3C90C6}" dt="2026-07-06T13:35:29.778" v="190" actId="20577"/>
          <ac:spMkLst>
            <pc:docMk/>
            <pc:sldMk cId="3255657492" sldId="359"/>
            <ac:spMk id="10" creationId="{053A015F-B2B4-63F9-225A-EC9DB4FAA0FC}"/>
          </ac:spMkLst>
        </pc:spChg>
        <pc:picChg chg="add mod">
          <ac:chgData name="YD C" userId="0d18cc71d923e2ec" providerId="LiveId" clId="{DEAF9514-8263-577F-A4E9-733F9D3C90C6}" dt="2026-07-06T13:36:28.306" v="218" actId="1076"/>
          <ac:picMkLst>
            <pc:docMk/>
            <pc:sldMk cId="3255657492" sldId="359"/>
            <ac:picMk id="5" creationId="{16CE5642-134E-7F0E-AC4B-5AE4741E9FE5}"/>
          </ac:picMkLst>
        </pc:picChg>
      </pc:sldChg>
      <pc:sldChg chg="add del">
        <pc:chgData name="YD C" userId="0d18cc71d923e2ec" providerId="LiveId" clId="{DEAF9514-8263-577F-A4E9-733F9D3C90C6}" dt="2026-07-06T13:35:22.480" v="187" actId="2696"/>
        <pc:sldMkLst>
          <pc:docMk/>
          <pc:sldMk cId="3259335137" sldId="359"/>
        </pc:sldMkLst>
      </pc:sldChg>
    </pc:docChg>
  </pc:docChgLst>
  <pc:docChgLst>
    <pc:chgData name="YD C" userId="0d18cc71d923e2ec" providerId="LiveId" clId="{EE8C32B2-542F-45C1-B980-E85C0330D7BB}"/>
    <pc:docChg chg="modSld">
      <pc:chgData name="YD C" userId="0d18cc71d923e2ec" providerId="LiveId" clId="{EE8C32B2-542F-45C1-B980-E85C0330D7BB}" dt="2026-07-07T01:36:04.902" v="2"/>
      <pc:docMkLst>
        <pc:docMk/>
      </pc:docMkLst>
      <pc:sldChg chg="modTransition">
        <pc:chgData name="YD C" userId="0d18cc71d923e2ec" providerId="LiveId" clId="{EE8C32B2-542F-45C1-B980-E85C0330D7BB}" dt="2026-07-07T01:36:04.902" v="2"/>
        <pc:sldMkLst>
          <pc:docMk/>
          <pc:sldMk cId="0" sldId="256"/>
        </pc:sldMkLst>
      </pc:sldChg>
    </pc:docChg>
  </pc:docChgLst>
  <pc:docChgLst>
    <pc:chgData name="YD C" userId="0d18cc71d923e2ec" providerId="LiveId" clId="{3DD84859-7456-436E-9E62-6C2B05516C2E}"/>
    <pc:docChg chg="undo custSel addSld delSld modSld sldOrd">
      <pc:chgData name="YD C" userId="0d18cc71d923e2ec" providerId="LiveId" clId="{3DD84859-7456-436E-9E62-6C2B05516C2E}" dt="2026-07-06T16:16:18.298" v="1239" actId="1076"/>
      <pc:docMkLst>
        <pc:docMk/>
      </pc:docMkLst>
      <pc:sldChg chg="addSp delSp modSp mod">
        <pc:chgData name="YD C" userId="0d18cc71d923e2ec" providerId="LiveId" clId="{3DD84859-7456-436E-9E62-6C2B05516C2E}" dt="2026-07-06T08:46:44.949" v="20" actId="20577"/>
        <pc:sldMkLst>
          <pc:docMk/>
          <pc:sldMk cId="0" sldId="256"/>
        </pc:sldMkLst>
        <pc:spChg chg="mod">
          <ac:chgData name="YD C" userId="0d18cc71d923e2ec" providerId="LiveId" clId="{3DD84859-7456-436E-9E62-6C2B05516C2E}" dt="2026-07-06T08:46:44.949" v="20" actId="20577"/>
          <ac:spMkLst>
            <pc:docMk/>
            <pc:sldMk cId="0" sldId="256"/>
            <ac:spMk id="8" creationId="{F2AA5355-01CF-4E28-A3F4-40D98DE9EA27}"/>
          </ac:spMkLst>
        </pc:spChg>
        <pc:spChg chg="mod">
          <ac:chgData name="YD C" userId="0d18cc71d923e2ec" providerId="LiveId" clId="{3DD84859-7456-436E-9E62-6C2B05516C2E}" dt="2026-07-06T08:46:38.950" v="15"/>
          <ac:spMkLst>
            <pc:docMk/>
            <pc:sldMk cId="0" sldId="256"/>
            <ac:spMk id="30" creationId="{00000000-0000-0000-0000-000000000000}"/>
          </ac:spMkLst>
        </pc:spChg>
        <pc:graphicFrameChg chg="add del mod">
          <ac:chgData name="YD C" userId="0d18cc71d923e2ec" providerId="LiveId" clId="{3DD84859-7456-436E-9E62-6C2B05516C2E}" dt="2026-07-06T08:46:21.413" v="6"/>
          <ac:graphicFrameMkLst>
            <pc:docMk/>
            <pc:sldMk cId="0" sldId="256"/>
            <ac:graphicFrameMk id="2" creationId="{E21E3DCA-DB99-4A0A-BB58-D837589A8CAE}"/>
          </ac:graphicFrameMkLst>
        </pc:graphicFrameChg>
      </pc:sldChg>
      <pc:sldChg chg="addSp delSp modSp mod modNotesTx">
        <pc:chgData name="YD C" userId="0d18cc71d923e2ec" providerId="LiveId" clId="{3DD84859-7456-436E-9E62-6C2B05516C2E}" dt="2026-07-06T10:45:23.201" v="218"/>
        <pc:sldMkLst>
          <pc:docMk/>
          <pc:sldMk cId="0" sldId="316"/>
        </pc:sldMkLst>
        <pc:spChg chg="mod">
          <ac:chgData name="YD C" userId="0d18cc71d923e2ec" providerId="LiveId" clId="{3DD84859-7456-436E-9E62-6C2B05516C2E}" dt="2026-07-06T10:45:06.655" v="217" actId="20577"/>
          <ac:spMkLst>
            <pc:docMk/>
            <pc:sldMk cId="0" sldId="316"/>
            <ac:spMk id="2" creationId="{8410A983-37E3-D3D9-A271-0B5BDD103C7C}"/>
          </ac:spMkLst>
        </pc:spChg>
        <pc:spChg chg="add del mod">
          <ac:chgData name="YD C" userId="0d18cc71d923e2ec" providerId="LiveId" clId="{3DD84859-7456-436E-9E62-6C2B05516C2E}" dt="2026-07-06T10:43:17.105" v="194"/>
          <ac:spMkLst>
            <pc:docMk/>
            <pc:sldMk cId="0" sldId="316"/>
            <ac:spMk id="5" creationId="{3FEE3201-B8E7-47EC-A276-6BF62C6DA63D}"/>
          </ac:spMkLst>
        </pc:spChg>
        <pc:spChg chg="mod">
          <ac:chgData name="YD C" userId="0d18cc71d923e2ec" providerId="LiveId" clId="{3DD84859-7456-436E-9E62-6C2B05516C2E}" dt="2026-07-06T10:31:36.287" v="132"/>
          <ac:spMkLst>
            <pc:docMk/>
            <pc:sldMk cId="0" sldId="316"/>
            <ac:spMk id="10" creationId="{00000000-0000-0000-0000-000000000000}"/>
          </ac:spMkLst>
        </pc:spChg>
        <pc:picChg chg="del">
          <ac:chgData name="YD C" userId="0d18cc71d923e2ec" providerId="LiveId" clId="{3DD84859-7456-436E-9E62-6C2B05516C2E}" dt="2026-07-06T10:31:25.997" v="126" actId="478"/>
          <ac:picMkLst>
            <pc:docMk/>
            <pc:sldMk cId="0" sldId="316"/>
            <ac:picMk id="9" creationId="{030EC6A0-C8F9-4DA2-BD84-2D0008D80EEF}"/>
          </ac:picMkLst>
        </pc:picChg>
        <pc:picChg chg="del">
          <ac:chgData name="YD C" userId="0d18cc71d923e2ec" providerId="LiveId" clId="{3DD84859-7456-436E-9E62-6C2B05516C2E}" dt="2026-07-06T10:31:25.141" v="125" actId="478"/>
          <ac:picMkLst>
            <pc:docMk/>
            <pc:sldMk cId="0" sldId="316"/>
            <ac:picMk id="13" creationId="{0095D571-B21A-480A-B27A-A723497BFFCE}"/>
          </ac:picMkLst>
        </pc:picChg>
        <pc:picChg chg="del">
          <ac:chgData name="YD C" userId="0d18cc71d923e2ec" providerId="LiveId" clId="{3DD84859-7456-436E-9E62-6C2B05516C2E}" dt="2026-07-06T10:31:24.781" v="124" actId="478"/>
          <ac:picMkLst>
            <pc:docMk/>
            <pc:sldMk cId="0" sldId="316"/>
            <ac:picMk id="15" creationId="{4F2E3592-131C-44C4-A375-26929754CB7D}"/>
          </ac:picMkLst>
        </pc:picChg>
        <pc:picChg chg="add mod">
          <ac:chgData name="YD C" userId="0d18cc71d923e2ec" providerId="LiveId" clId="{3DD84859-7456-436E-9E62-6C2B05516C2E}" dt="2026-07-06T10:45:00.503" v="214" actId="1076"/>
          <ac:picMkLst>
            <pc:docMk/>
            <pc:sldMk cId="0" sldId="316"/>
            <ac:picMk id="16" creationId="{C6417500-A8ED-4AA8-91B3-C1F97F50F387}"/>
          </ac:picMkLst>
        </pc:picChg>
        <pc:picChg chg="del">
          <ac:chgData name="YD C" userId="0d18cc71d923e2ec" providerId="LiveId" clId="{3DD84859-7456-436E-9E62-6C2B05516C2E}" dt="2026-07-06T10:31:24.366" v="123" actId="478"/>
          <ac:picMkLst>
            <pc:docMk/>
            <pc:sldMk cId="0" sldId="316"/>
            <ac:picMk id="17" creationId="{4A543CAC-6ABF-41F8-B753-D582D6C93CC6}"/>
          </ac:picMkLst>
        </pc:picChg>
      </pc:sldChg>
      <pc:sldChg chg="addSp delSp modSp mod">
        <pc:chgData name="YD C" userId="0d18cc71d923e2ec" providerId="LiveId" clId="{3DD84859-7456-436E-9E62-6C2B05516C2E}" dt="2026-07-06T10:44:47.010" v="211" actId="6549"/>
        <pc:sldMkLst>
          <pc:docMk/>
          <pc:sldMk cId="3097406604" sldId="328"/>
        </pc:sldMkLst>
        <pc:spChg chg="mod">
          <ac:chgData name="YD C" userId="0d18cc71d923e2ec" providerId="LiveId" clId="{3DD84859-7456-436E-9E62-6C2B05516C2E}" dt="2026-07-06T10:44:47.010" v="211" actId="6549"/>
          <ac:spMkLst>
            <pc:docMk/>
            <pc:sldMk cId="3097406604" sldId="328"/>
            <ac:spMk id="13" creationId="{7C03CC48-1FCA-46CD-9997-3EB0AE077AAB}"/>
          </ac:spMkLst>
        </pc:spChg>
        <pc:picChg chg="add del mod">
          <ac:chgData name="YD C" userId="0d18cc71d923e2ec" providerId="LiveId" clId="{3DD84859-7456-436E-9E62-6C2B05516C2E}" dt="2026-07-06T10:44:43.243" v="208" actId="21"/>
          <ac:picMkLst>
            <pc:docMk/>
            <pc:sldMk cId="3097406604" sldId="328"/>
            <ac:picMk id="5" creationId="{7F44D054-E94D-4268-A277-9355CFA36C2C}"/>
          </ac:picMkLst>
        </pc:picChg>
      </pc:sldChg>
      <pc:sldChg chg="modSp mod">
        <pc:chgData name="YD C" userId="0d18cc71d923e2ec" providerId="LiveId" clId="{3DD84859-7456-436E-9E62-6C2B05516C2E}" dt="2026-07-06T15:35:08.207" v="704" actId="20577"/>
        <pc:sldMkLst>
          <pc:docMk/>
          <pc:sldMk cId="4187288900" sldId="338"/>
        </pc:sldMkLst>
        <pc:spChg chg="mod">
          <ac:chgData name="YD C" userId="0d18cc71d923e2ec" providerId="LiveId" clId="{3DD84859-7456-436E-9E62-6C2B05516C2E}" dt="2026-07-06T15:35:08.207" v="704" actId="20577"/>
          <ac:spMkLst>
            <pc:docMk/>
            <pc:sldMk cId="4187288900" sldId="338"/>
            <ac:spMk id="50" creationId="{00000000-0000-0000-0000-000000000000}"/>
          </ac:spMkLst>
        </pc:spChg>
      </pc:sldChg>
      <pc:sldChg chg="delSp modSp mod modNotesTx">
        <pc:chgData name="YD C" userId="0d18cc71d923e2ec" providerId="LiveId" clId="{3DD84859-7456-436E-9E62-6C2B05516C2E}" dt="2026-07-06T15:48:25.618" v="833" actId="14100"/>
        <pc:sldMkLst>
          <pc:docMk/>
          <pc:sldMk cId="1856715736" sldId="339"/>
        </pc:sldMkLst>
        <pc:spChg chg="mod">
          <ac:chgData name="YD C" userId="0d18cc71d923e2ec" providerId="LiveId" clId="{3DD84859-7456-436E-9E62-6C2B05516C2E}" dt="2026-07-06T15:48:25.618" v="833" actId="14100"/>
          <ac:spMkLst>
            <pc:docMk/>
            <pc:sldMk cId="1856715736" sldId="339"/>
            <ac:spMk id="11" creationId="{4B7EA793-4E7A-4F6E-9BE2-6191CC9F59A7}"/>
          </ac:spMkLst>
        </pc:spChg>
        <pc:spChg chg="mod">
          <ac:chgData name="YD C" userId="0d18cc71d923e2ec" providerId="LiveId" clId="{3DD84859-7456-436E-9E62-6C2B05516C2E}" dt="2026-07-06T15:42:42.897" v="787" actId="20577"/>
          <ac:spMkLst>
            <pc:docMk/>
            <pc:sldMk cId="1856715736" sldId="339"/>
            <ac:spMk id="50" creationId="{00000000-0000-0000-0000-000000000000}"/>
          </ac:spMkLst>
        </pc:spChg>
        <pc:picChg chg="del">
          <ac:chgData name="YD C" userId="0d18cc71d923e2ec" providerId="LiveId" clId="{3DD84859-7456-436E-9E62-6C2B05516C2E}" dt="2026-07-06T15:42:45.169" v="788" actId="478"/>
          <ac:picMkLst>
            <pc:docMk/>
            <pc:sldMk cId="1856715736" sldId="339"/>
            <ac:picMk id="5" creationId="{9CAE6E88-98C6-496F-BBB4-4988D46559CA}"/>
          </ac:picMkLst>
        </pc:picChg>
      </pc:sldChg>
      <pc:sldChg chg="addSp delSp modSp mod">
        <pc:chgData name="YD C" userId="0d18cc71d923e2ec" providerId="LiveId" clId="{3DD84859-7456-436E-9E62-6C2B05516C2E}" dt="2026-07-06T09:21:40.363" v="90"/>
        <pc:sldMkLst>
          <pc:docMk/>
          <pc:sldMk cId="503043255" sldId="344"/>
        </pc:sldMkLst>
        <pc:spChg chg="add del mod">
          <ac:chgData name="YD C" userId="0d18cc71d923e2ec" providerId="LiveId" clId="{3DD84859-7456-436E-9E62-6C2B05516C2E}" dt="2026-07-06T09:20:30.782" v="32"/>
          <ac:spMkLst>
            <pc:docMk/>
            <pc:sldMk cId="503043255" sldId="344"/>
            <ac:spMk id="2" creationId="{3472F285-94E0-443B-8393-041D214ECC15}"/>
          </ac:spMkLst>
        </pc:spChg>
        <pc:spChg chg="add del mod">
          <ac:chgData name="YD C" userId="0d18cc71d923e2ec" providerId="LiveId" clId="{3DD84859-7456-436E-9E62-6C2B05516C2E}" dt="2026-07-06T09:20:30.782" v="32"/>
          <ac:spMkLst>
            <pc:docMk/>
            <pc:sldMk cId="503043255" sldId="344"/>
            <ac:spMk id="5" creationId="{34FB1C34-8205-4A2F-BE31-65BBE54FADF3}"/>
          </ac:spMkLst>
        </pc:spChg>
        <pc:spChg chg="mod">
          <ac:chgData name="YD C" userId="0d18cc71d923e2ec" providerId="LiveId" clId="{3DD84859-7456-436E-9E62-6C2B05516C2E}" dt="2026-07-06T09:21:40.363" v="90"/>
          <ac:spMkLst>
            <pc:docMk/>
            <pc:sldMk cId="503043255" sldId="344"/>
            <ac:spMk id="13" creationId="{7C03CC48-1FCA-46CD-9997-3EB0AE077AAB}"/>
          </ac:spMkLst>
        </pc:spChg>
      </pc:sldChg>
      <pc:sldChg chg="addSp delSp modSp mod">
        <pc:chgData name="YD C" userId="0d18cc71d923e2ec" providerId="LiveId" clId="{3DD84859-7456-436E-9E62-6C2B05516C2E}" dt="2026-07-06T10:51:55.213" v="316" actId="207"/>
        <pc:sldMkLst>
          <pc:docMk/>
          <pc:sldMk cId="2970763099" sldId="345"/>
        </pc:sldMkLst>
        <pc:spChg chg="mod">
          <ac:chgData name="YD C" userId="0d18cc71d923e2ec" providerId="LiveId" clId="{3DD84859-7456-436E-9E62-6C2B05516C2E}" dt="2026-07-06T10:50:55.305" v="291" actId="20577"/>
          <ac:spMkLst>
            <pc:docMk/>
            <pc:sldMk cId="2970763099" sldId="345"/>
            <ac:spMk id="2" creationId="{8410A983-37E3-D3D9-A271-0B5BDD103C7C}"/>
          </ac:spMkLst>
        </pc:spChg>
        <pc:spChg chg="add mod">
          <ac:chgData name="YD C" userId="0d18cc71d923e2ec" providerId="LiveId" clId="{3DD84859-7456-436E-9E62-6C2B05516C2E}" dt="2026-07-06T10:51:55.213" v="316" actId="207"/>
          <ac:spMkLst>
            <pc:docMk/>
            <pc:sldMk cId="2970763099" sldId="345"/>
            <ac:spMk id="9" creationId="{5915A28E-7555-439A-9615-13A29AD77040}"/>
          </ac:spMkLst>
        </pc:spChg>
        <pc:spChg chg="mod">
          <ac:chgData name="YD C" userId="0d18cc71d923e2ec" providerId="LiveId" clId="{3DD84859-7456-436E-9E62-6C2B05516C2E}" dt="2026-07-06T10:46:08.100" v="228" actId="20577"/>
          <ac:spMkLst>
            <pc:docMk/>
            <pc:sldMk cId="2970763099" sldId="345"/>
            <ac:spMk id="10" creationId="{00000000-0000-0000-0000-000000000000}"/>
          </ac:spMkLst>
        </pc:spChg>
        <pc:spChg chg="add del mod">
          <ac:chgData name="YD C" userId="0d18cc71d923e2ec" providerId="LiveId" clId="{3DD84859-7456-436E-9E62-6C2B05516C2E}" dt="2026-07-06T10:51:04.577" v="294"/>
          <ac:spMkLst>
            <pc:docMk/>
            <pc:sldMk cId="2970763099" sldId="345"/>
            <ac:spMk id="15" creationId="{762F0286-0378-4C97-A850-C23147EF04B0}"/>
          </ac:spMkLst>
        </pc:spChg>
        <pc:picChg chg="add del">
          <ac:chgData name="YD C" userId="0d18cc71d923e2ec" providerId="LiveId" clId="{3DD84859-7456-436E-9E62-6C2B05516C2E}" dt="2026-07-06T10:47:26.300" v="263" actId="478"/>
          <ac:picMkLst>
            <pc:docMk/>
            <pc:sldMk cId="2970763099" sldId="345"/>
            <ac:picMk id="6" creationId="{EFD82BC3-2BAE-4AA3-B93A-4EB798C89BD5}"/>
          </ac:picMkLst>
        </pc:picChg>
        <pc:picChg chg="add mod">
          <ac:chgData name="YD C" userId="0d18cc71d923e2ec" providerId="LiveId" clId="{3DD84859-7456-436E-9E62-6C2B05516C2E}" dt="2026-07-06T10:51:01.465" v="292" actId="1076"/>
          <ac:picMkLst>
            <pc:docMk/>
            <pc:sldMk cId="2970763099" sldId="345"/>
            <ac:picMk id="8" creationId="{7C150EC7-A6E7-4CDE-8AE0-CA5586870973}"/>
          </ac:picMkLst>
        </pc:picChg>
      </pc:sldChg>
      <pc:sldChg chg="del">
        <pc:chgData name="YD C" userId="0d18cc71d923e2ec" providerId="LiveId" clId="{3DD84859-7456-436E-9E62-6C2B05516C2E}" dt="2026-07-06T10:49:58.845" v="271" actId="47"/>
        <pc:sldMkLst>
          <pc:docMk/>
          <pc:sldMk cId="1004968136" sldId="346"/>
        </pc:sldMkLst>
      </pc:sldChg>
      <pc:sldChg chg="del">
        <pc:chgData name="YD C" userId="0d18cc71d923e2ec" providerId="LiveId" clId="{3DD84859-7456-436E-9E62-6C2B05516C2E}" dt="2026-07-06T10:49:57.853" v="270" actId="47"/>
        <pc:sldMkLst>
          <pc:docMk/>
          <pc:sldMk cId="3151242485" sldId="347"/>
        </pc:sldMkLst>
      </pc:sldChg>
      <pc:sldChg chg="del">
        <pc:chgData name="YD C" userId="0d18cc71d923e2ec" providerId="LiveId" clId="{3DD84859-7456-436E-9E62-6C2B05516C2E}" dt="2026-07-06T15:48:00.223" v="825" actId="47"/>
        <pc:sldMkLst>
          <pc:docMk/>
          <pc:sldMk cId="183664193" sldId="354"/>
        </pc:sldMkLst>
      </pc:sldChg>
      <pc:sldChg chg="del">
        <pc:chgData name="YD C" userId="0d18cc71d923e2ec" providerId="LiveId" clId="{3DD84859-7456-436E-9E62-6C2B05516C2E}" dt="2026-07-06T15:48:01.212" v="826" actId="47"/>
        <pc:sldMkLst>
          <pc:docMk/>
          <pc:sldMk cId="2447859553" sldId="355"/>
        </pc:sldMkLst>
      </pc:sldChg>
      <pc:sldChg chg="addSp delSp modSp add mod">
        <pc:chgData name="YD C" userId="0d18cc71d923e2ec" providerId="LiveId" clId="{3DD84859-7456-436E-9E62-6C2B05516C2E}" dt="2026-07-06T11:52:43.567" v="354"/>
        <pc:sldMkLst>
          <pc:docMk/>
          <pc:sldMk cId="3153576743" sldId="356"/>
        </pc:sldMkLst>
        <pc:spChg chg="mod">
          <ac:chgData name="YD C" userId="0d18cc71d923e2ec" providerId="LiveId" clId="{3DD84859-7456-436E-9E62-6C2B05516C2E}" dt="2026-07-06T11:37:14.168" v="345"/>
          <ac:spMkLst>
            <pc:docMk/>
            <pc:sldMk cId="3153576743" sldId="356"/>
            <ac:spMk id="2" creationId="{8410A983-37E3-D3D9-A271-0B5BDD103C7C}"/>
          </ac:spMkLst>
        </pc:spChg>
        <pc:spChg chg="add del mod">
          <ac:chgData name="YD C" userId="0d18cc71d923e2ec" providerId="LiveId" clId="{3DD84859-7456-436E-9E62-6C2B05516C2E}" dt="2026-07-06T11:36:42.619" v="338" actId="767"/>
          <ac:spMkLst>
            <pc:docMk/>
            <pc:sldMk cId="3153576743" sldId="356"/>
            <ac:spMk id="7" creationId="{2D17B97A-12CC-463F-AE5D-345AF05F0F93}"/>
          </ac:spMkLst>
        </pc:spChg>
        <pc:spChg chg="add del mod">
          <ac:chgData name="YD C" userId="0d18cc71d923e2ec" providerId="LiveId" clId="{3DD84859-7456-436E-9E62-6C2B05516C2E}" dt="2026-07-06T11:36:34.118" v="333"/>
          <ac:spMkLst>
            <pc:docMk/>
            <pc:sldMk cId="3153576743" sldId="356"/>
            <ac:spMk id="9" creationId="{7CCBD478-B8F0-41C2-A618-64812499193C}"/>
          </ac:spMkLst>
        </pc:spChg>
        <pc:spChg chg="add del mod">
          <ac:chgData name="YD C" userId="0d18cc71d923e2ec" providerId="LiveId" clId="{3DD84859-7456-436E-9E62-6C2B05516C2E}" dt="2026-07-06T11:36:37.425" v="336"/>
          <ac:spMkLst>
            <pc:docMk/>
            <pc:sldMk cId="3153576743" sldId="356"/>
            <ac:spMk id="11" creationId="{9B4B7AEF-9E85-40F8-BE50-DC354C28A8F0}"/>
          </ac:spMkLst>
        </pc:spChg>
        <pc:spChg chg="add mod">
          <ac:chgData name="YD C" userId="0d18cc71d923e2ec" providerId="LiveId" clId="{3DD84859-7456-436E-9E62-6C2B05516C2E}" dt="2026-07-06T11:37:34.406" v="350" actId="20577"/>
          <ac:spMkLst>
            <pc:docMk/>
            <pc:sldMk cId="3153576743" sldId="356"/>
            <ac:spMk id="13" creationId="{760D7A37-FB95-443D-A820-4E75EA17A596}"/>
          </ac:spMkLst>
        </pc:spChg>
        <pc:spChg chg="add del mod">
          <ac:chgData name="YD C" userId="0d18cc71d923e2ec" providerId="LiveId" clId="{3DD84859-7456-436E-9E62-6C2B05516C2E}" dt="2026-07-06T11:52:43.567" v="354"/>
          <ac:spMkLst>
            <pc:docMk/>
            <pc:sldMk cId="3153576743" sldId="356"/>
            <ac:spMk id="14" creationId="{E0EF03C8-09EA-4E64-A899-740FD37E1A8A}"/>
          </ac:spMkLst>
        </pc:spChg>
        <pc:spChg chg="del">
          <ac:chgData name="YD C" userId="0d18cc71d923e2ec" providerId="LiveId" clId="{3DD84859-7456-436E-9E62-6C2B05516C2E}" dt="2026-07-06T11:51:49.950" v="351" actId="478"/>
          <ac:spMkLst>
            <pc:docMk/>
            <pc:sldMk cId="3153576743" sldId="356"/>
            <ac:spMk id="28" creationId="{00000000-0000-0000-0000-000000000000}"/>
          </ac:spMkLst>
        </pc:spChg>
        <pc:picChg chg="add mod">
          <ac:chgData name="YD C" userId="0d18cc71d923e2ec" providerId="LiveId" clId="{3DD84859-7456-436E-9E62-6C2B05516C2E}" dt="2026-07-06T11:51:53.766" v="352" actId="14100"/>
          <ac:picMkLst>
            <pc:docMk/>
            <pc:sldMk cId="3153576743" sldId="356"/>
            <ac:picMk id="6" creationId="{1E762DE5-5B56-4FEB-9697-5528DD5D1AD6}"/>
          </ac:picMkLst>
        </pc:picChg>
        <pc:picChg chg="del">
          <ac:chgData name="YD C" userId="0d18cc71d923e2ec" providerId="LiveId" clId="{3DD84859-7456-436E-9E62-6C2B05516C2E}" dt="2026-07-06T11:29:46.752" v="320" actId="478"/>
          <ac:picMkLst>
            <pc:docMk/>
            <pc:sldMk cId="3153576743" sldId="356"/>
            <ac:picMk id="8" creationId="{7C150EC7-A6E7-4CDE-8AE0-CA5586870973}"/>
          </ac:picMkLst>
        </pc:picChg>
      </pc:sldChg>
      <pc:sldChg chg="delSp modSp add mod">
        <pc:chgData name="YD C" userId="0d18cc71d923e2ec" providerId="LiveId" clId="{3DD84859-7456-436E-9E62-6C2B05516C2E}" dt="2026-07-06T11:53:03.360" v="397" actId="478"/>
        <pc:sldMkLst>
          <pc:docMk/>
          <pc:sldMk cId="321399119" sldId="357"/>
        </pc:sldMkLst>
        <pc:spChg chg="mod">
          <ac:chgData name="YD C" userId="0d18cc71d923e2ec" providerId="LiveId" clId="{3DD84859-7456-436E-9E62-6C2B05516C2E}" dt="2026-07-06T11:52:59.715" v="395" actId="20577"/>
          <ac:spMkLst>
            <pc:docMk/>
            <pc:sldMk cId="321399119" sldId="357"/>
            <ac:spMk id="10" creationId="{00000000-0000-0000-0000-000000000000}"/>
          </ac:spMkLst>
        </pc:spChg>
        <pc:spChg chg="del">
          <ac:chgData name="YD C" userId="0d18cc71d923e2ec" providerId="LiveId" clId="{3DD84859-7456-436E-9E62-6C2B05516C2E}" dt="2026-07-06T11:53:03.360" v="397" actId="478"/>
          <ac:spMkLst>
            <pc:docMk/>
            <pc:sldMk cId="321399119" sldId="357"/>
            <ac:spMk id="13" creationId="{760D7A37-FB95-443D-A820-4E75EA17A596}"/>
          </ac:spMkLst>
        </pc:spChg>
        <pc:picChg chg="del">
          <ac:chgData name="YD C" userId="0d18cc71d923e2ec" providerId="LiveId" clId="{3DD84859-7456-436E-9E62-6C2B05516C2E}" dt="2026-07-06T11:53:01.765" v="396" actId="478"/>
          <ac:picMkLst>
            <pc:docMk/>
            <pc:sldMk cId="321399119" sldId="357"/>
            <ac:picMk id="6" creationId="{1E762DE5-5B56-4FEB-9697-5528DD5D1AD6}"/>
          </ac:picMkLst>
        </pc:picChg>
      </pc:sldChg>
      <pc:sldChg chg="modSp mod">
        <pc:chgData name="YD C" userId="0d18cc71d923e2ec" providerId="LiveId" clId="{3DD84859-7456-436E-9E62-6C2B05516C2E}" dt="2026-07-06T15:01:24.559" v="399"/>
        <pc:sldMkLst>
          <pc:docMk/>
          <pc:sldMk cId="3175165552" sldId="357"/>
        </pc:sldMkLst>
        <pc:spChg chg="mod">
          <ac:chgData name="YD C" userId="0d18cc71d923e2ec" providerId="LiveId" clId="{3DD84859-7456-436E-9E62-6C2B05516C2E}" dt="2026-07-06T15:01:24.559" v="399"/>
          <ac:spMkLst>
            <pc:docMk/>
            <pc:sldMk cId="3175165552" sldId="357"/>
            <ac:spMk id="2" creationId="{C96AC18B-BC1B-A429-1A4D-0BC0327F083B}"/>
          </ac:spMkLst>
        </pc:spChg>
      </pc:sldChg>
      <pc:sldChg chg="modSp mod">
        <pc:chgData name="YD C" userId="0d18cc71d923e2ec" providerId="LiveId" clId="{3DD84859-7456-436E-9E62-6C2B05516C2E}" dt="2026-07-06T15:01:32.382" v="402" actId="113"/>
        <pc:sldMkLst>
          <pc:docMk/>
          <pc:sldMk cId="3139935642" sldId="358"/>
        </pc:sldMkLst>
        <pc:spChg chg="mod">
          <ac:chgData name="YD C" userId="0d18cc71d923e2ec" providerId="LiveId" clId="{3DD84859-7456-436E-9E62-6C2B05516C2E}" dt="2026-07-06T15:01:32.382" v="402" actId="113"/>
          <ac:spMkLst>
            <pc:docMk/>
            <pc:sldMk cId="3139935642" sldId="358"/>
            <ac:spMk id="2" creationId="{E595335A-849C-E44A-86B5-F5B6D52DE1EC}"/>
          </ac:spMkLst>
        </pc:spChg>
      </pc:sldChg>
      <pc:sldChg chg="modSp mod">
        <pc:chgData name="YD C" userId="0d18cc71d923e2ec" providerId="LiveId" clId="{3DD84859-7456-436E-9E62-6C2B05516C2E}" dt="2026-07-06T15:01:39.189" v="404"/>
        <pc:sldMkLst>
          <pc:docMk/>
          <pc:sldMk cId="3255657492" sldId="359"/>
        </pc:sldMkLst>
        <pc:spChg chg="mod">
          <ac:chgData name="YD C" userId="0d18cc71d923e2ec" providerId="LiveId" clId="{3DD84859-7456-436E-9E62-6C2B05516C2E}" dt="2026-07-06T15:01:39.189" v="404"/>
          <ac:spMkLst>
            <pc:docMk/>
            <pc:sldMk cId="3255657492" sldId="359"/>
            <ac:spMk id="2" creationId="{4458EEB9-2D8B-BF48-1ED9-85600407B923}"/>
          </ac:spMkLst>
        </pc:spChg>
      </pc:sldChg>
      <pc:sldChg chg="add del">
        <pc:chgData name="YD C" userId="0d18cc71d923e2ec" providerId="LiveId" clId="{3DD84859-7456-436E-9E62-6C2B05516C2E}" dt="2026-07-06T15:07:06.072" v="406" actId="47"/>
        <pc:sldMkLst>
          <pc:docMk/>
          <pc:sldMk cId="3085824153" sldId="360"/>
        </pc:sldMkLst>
      </pc:sldChg>
      <pc:sldChg chg="modSp add mod ord">
        <pc:chgData name="YD C" userId="0d18cc71d923e2ec" providerId="LiveId" clId="{3DD84859-7456-436E-9E62-6C2B05516C2E}" dt="2026-07-06T15:23:55.227" v="524"/>
        <pc:sldMkLst>
          <pc:docMk/>
          <pc:sldMk cId="3257205159" sldId="360"/>
        </pc:sldMkLst>
        <pc:spChg chg="mod">
          <ac:chgData name="YD C" userId="0d18cc71d923e2ec" providerId="LiveId" clId="{3DD84859-7456-436E-9E62-6C2B05516C2E}" dt="2026-07-06T15:23:55.227" v="524"/>
          <ac:spMkLst>
            <pc:docMk/>
            <pc:sldMk cId="3257205159" sldId="360"/>
            <ac:spMk id="2" creationId="{E595335A-849C-E44A-86B5-F5B6D52DE1EC}"/>
          </ac:spMkLst>
        </pc:spChg>
        <pc:spChg chg="mod">
          <ac:chgData name="YD C" userId="0d18cc71d923e2ec" providerId="LiveId" clId="{3DD84859-7456-436E-9E62-6C2B05516C2E}" dt="2026-07-06T15:07:11.703" v="410" actId="20577"/>
          <ac:spMkLst>
            <pc:docMk/>
            <pc:sldMk cId="3257205159" sldId="360"/>
            <ac:spMk id="10" creationId="{2FEA7231-51B5-3292-8E5C-9FCB5198FDF8}"/>
          </ac:spMkLst>
        </pc:spChg>
      </pc:sldChg>
      <pc:sldChg chg="delSp modSp add mod ord">
        <pc:chgData name="YD C" userId="0d18cc71d923e2ec" providerId="LiveId" clId="{3DD84859-7456-436E-9E62-6C2B05516C2E}" dt="2026-07-06T15:30:46.850" v="642" actId="20577"/>
        <pc:sldMkLst>
          <pc:docMk/>
          <pc:sldMk cId="2839796105" sldId="361"/>
        </pc:sldMkLst>
        <pc:spChg chg="mod">
          <ac:chgData name="YD C" userId="0d18cc71d923e2ec" providerId="LiveId" clId="{3DD84859-7456-436E-9E62-6C2B05516C2E}" dt="2026-07-06T15:30:46.850" v="642" actId="20577"/>
          <ac:spMkLst>
            <pc:docMk/>
            <pc:sldMk cId="2839796105" sldId="361"/>
            <ac:spMk id="2" creationId="{4458EEB9-2D8B-BF48-1ED9-85600407B923}"/>
          </ac:spMkLst>
        </pc:spChg>
        <pc:spChg chg="mod">
          <ac:chgData name="YD C" userId="0d18cc71d923e2ec" providerId="LiveId" clId="{3DD84859-7456-436E-9E62-6C2B05516C2E}" dt="2026-07-06T15:24:02.097" v="528" actId="20577"/>
          <ac:spMkLst>
            <pc:docMk/>
            <pc:sldMk cId="2839796105" sldId="361"/>
            <ac:spMk id="10" creationId="{053A015F-B2B4-63F9-225A-EC9DB4FAA0FC}"/>
          </ac:spMkLst>
        </pc:spChg>
        <pc:picChg chg="del">
          <ac:chgData name="YD C" userId="0d18cc71d923e2ec" providerId="LiveId" clId="{3DD84859-7456-436E-9E62-6C2B05516C2E}" dt="2026-07-06T15:24:03.745" v="529" actId="478"/>
          <ac:picMkLst>
            <pc:docMk/>
            <pc:sldMk cId="2839796105" sldId="361"/>
            <ac:picMk id="5" creationId="{16CE5642-134E-7F0E-AC4B-5AE4741E9FE5}"/>
          </ac:picMkLst>
        </pc:picChg>
      </pc:sldChg>
      <pc:sldChg chg="modSp add mod ord modNotesTx">
        <pc:chgData name="YD C" userId="0d18cc71d923e2ec" providerId="LiveId" clId="{3DD84859-7456-436E-9E62-6C2B05516C2E}" dt="2026-07-06T15:34:35.988" v="702"/>
        <pc:sldMkLst>
          <pc:docMk/>
          <pc:sldMk cId="4000291603" sldId="362"/>
        </pc:sldMkLst>
        <pc:spChg chg="mod">
          <ac:chgData name="YD C" userId="0d18cc71d923e2ec" providerId="LiveId" clId="{3DD84859-7456-436E-9E62-6C2B05516C2E}" dt="2026-07-06T15:34:25.241" v="701"/>
          <ac:spMkLst>
            <pc:docMk/>
            <pc:sldMk cId="4000291603" sldId="362"/>
            <ac:spMk id="2" creationId="{E595335A-849C-E44A-86B5-F5B6D52DE1EC}"/>
          </ac:spMkLst>
        </pc:spChg>
        <pc:spChg chg="mod">
          <ac:chgData name="YD C" userId="0d18cc71d923e2ec" providerId="LiveId" clId="{3DD84859-7456-436E-9E62-6C2B05516C2E}" dt="2026-07-06T15:30:56.452" v="646" actId="20577"/>
          <ac:spMkLst>
            <pc:docMk/>
            <pc:sldMk cId="4000291603" sldId="362"/>
            <ac:spMk id="10" creationId="{2FEA7231-51B5-3292-8E5C-9FCB5198FDF8}"/>
          </ac:spMkLst>
        </pc:spChg>
      </pc:sldChg>
      <pc:sldChg chg="modSp add mod ord">
        <pc:chgData name="YD C" userId="0d18cc71d923e2ec" providerId="LiveId" clId="{3DD84859-7456-436E-9E62-6C2B05516C2E}" dt="2026-07-06T15:35:29.338" v="727" actId="14100"/>
        <pc:sldMkLst>
          <pc:docMk/>
          <pc:sldMk cId="2885341110" sldId="363"/>
        </pc:sldMkLst>
        <pc:spChg chg="mod">
          <ac:chgData name="YD C" userId="0d18cc71d923e2ec" providerId="LiveId" clId="{3DD84859-7456-436E-9E62-6C2B05516C2E}" dt="2026-07-06T15:35:29.338" v="727" actId="14100"/>
          <ac:spMkLst>
            <pc:docMk/>
            <pc:sldMk cId="2885341110" sldId="363"/>
            <ac:spMk id="10" creationId="{00000000-0000-0000-0000-000000000000}"/>
          </ac:spMkLst>
        </pc:spChg>
        <pc:spChg chg="mod">
          <ac:chgData name="YD C" userId="0d18cc71d923e2ec" providerId="LiveId" clId="{3DD84859-7456-436E-9E62-6C2B05516C2E}" dt="2026-07-06T15:35:14.393" v="709" actId="20577"/>
          <ac:spMkLst>
            <pc:docMk/>
            <pc:sldMk cId="2885341110" sldId="363"/>
            <ac:spMk id="50" creationId="{00000000-0000-0000-0000-000000000000}"/>
          </ac:spMkLst>
        </pc:spChg>
      </pc:sldChg>
      <pc:sldChg chg="addSp delSp modSp add mod ord modNotesTx">
        <pc:chgData name="YD C" userId="0d18cc71d923e2ec" providerId="LiveId" clId="{3DD84859-7456-436E-9E62-6C2B05516C2E}" dt="2026-07-06T15:42:35.472" v="786" actId="478"/>
        <pc:sldMkLst>
          <pc:docMk/>
          <pc:sldMk cId="2419303814" sldId="364"/>
        </pc:sldMkLst>
        <pc:spChg chg="add del mod">
          <ac:chgData name="YD C" userId="0d18cc71d923e2ec" providerId="LiveId" clId="{3DD84859-7456-436E-9E62-6C2B05516C2E}" dt="2026-07-06T15:42:35.472" v="786" actId="478"/>
          <ac:spMkLst>
            <pc:docMk/>
            <pc:sldMk cId="2419303814" sldId="364"/>
            <ac:spMk id="2" creationId="{E595335A-849C-E44A-86B5-F5B6D52DE1EC}"/>
          </ac:spMkLst>
        </pc:spChg>
        <pc:spChg chg="mod">
          <ac:chgData name="YD C" userId="0d18cc71d923e2ec" providerId="LiveId" clId="{3DD84859-7456-436E-9E62-6C2B05516C2E}" dt="2026-07-06T15:35:49.472" v="750" actId="20577"/>
          <ac:spMkLst>
            <pc:docMk/>
            <pc:sldMk cId="2419303814" sldId="364"/>
            <ac:spMk id="10" creationId="{2FEA7231-51B5-3292-8E5C-9FCB5198FDF8}"/>
          </ac:spMkLst>
        </pc:spChg>
        <pc:spChg chg="del">
          <ac:chgData name="YD C" userId="0d18cc71d923e2ec" providerId="LiveId" clId="{3DD84859-7456-436E-9E62-6C2B05516C2E}" dt="2026-07-06T15:37:21.719" v="767" actId="478"/>
          <ac:spMkLst>
            <pc:docMk/>
            <pc:sldMk cId="2419303814" sldId="364"/>
            <ac:spMk id="19" creationId="{E59FFBD9-968A-C151-6B4A-0E74CE2A00EE}"/>
          </ac:spMkLst>
        </pc:spChg>
        <pc:spChg chg="mod">
          <ac:chgData name="YD C" userId="0d18cc71d923e2ec" providerId="LiveId" clId="{3DD84859-7456-436E-9E62-6C2B05516C2E}" dt="2026-07-06T15:35:38.182" v="732" actId="20577"/>
          <ac:spMkLst>
            <pc:docMk/>
            <pc:sldMk cId="2419303814" sldId="364"/>
            <ac:spMk id="50" creationId="{6E774F34-23A4-6600-0AD8-1A92CAF688BD}"/>
          </ac:spMkLst>
        </pc:spChg>
        <pc:picChg chg="add del mod">
          <ac:chgData name="YD C" userId="0d18cc71d923e2ec" providerId="LiveId" clId="{3DD84859-7456-436E-9E62-6C2B05516C2E}" dt="2026-07-06T15:36:56.475" v="764" actId="22"/>
          <ac:picMkLst>
            <pc:docMk/>
            <pc:sldMk cId="2419303814" sldId="364"/>
            <ac:picMk id="6" creationId="{52A555C4-00A8-4678-A877-D62C40CFE16E}"/>
          </ac:picMkLst>
        </pc:picChg>
        <pc:picChg chg="add mod">
          <ac:chgData name="YD C" userId="0d18cc71d923e2ec" providerId="LiveId" clId="{3DD84859-7456-436E-9E62-6C2B05516C2E}" dt="2026-07-06T15:37:12.711" v="766" actId="1076"/>
          <ac:picMkLst>
            <pc:docMk/>
            <pc:sldMk cId="2419303814" sldId="364"/>
            <ac:picMk id="8" creationId="{928B7409-B8DF-4A6B-A669-22DEE20ED98B}"/>
          </ac:picMkLst>
        </pc:picChg>
      </pc:sldChg>
      <pc:sldChg chg="new del">
        <pc:chgData name="YD C" userId="0d18cc71d923e2ec" providerId="LiveId" clId="{3DD84859-7456-436E-9E62-6C2B05516C2E}" dt="2026-07-06T15:48:30.590" v="834" actId="47"/>
        <pc:sldMkLst>
          <pc:docMk/>
          <pc:sldMk cId="1475051332" sldId="365"/>
        </pc:sldMkLst>
      </pc:sldChg>
      <pc:sldChg chg="addSp modSp add mod modNotesTx">
        <pc:chgData name="YD C" userId="0d18cc71d923e2ec" providerId="LiveId" clId="{3DD84859-7456-436E-9E62-6C2B05516C2E}" dt="2026-07-06T15:53:11.244" v="946" actId="1076"/>
        <pc:sldMkLst>
          <pc:docMk/>
          <pc:sldMk cId="4096387305" sldId="365"/>
        </pc:sldMkLst>
        <pc:spChg chg="mod">
          <ac:chgData name="YD C" userId="0d18cc71d923e2ec" providerId="LiveId" clId="{3DD84859-7456-436E-9E62-6C2B05516C2E}" dt="2026-07-06T15:49:08.391" v="841" actId="14100"/>
          <ac:spMkLst>
            <pc:docMk/>
            <pc:sldMk cId="4096387305" sldId="365"/>
            <ac:spMk id="10" creationId="{00000000-0000-0000-0000-000000000000}"/>
          </ac:spMkLst>
        </pc:spChg>
        <pc:spChg chg="mod">
          <ac:chgData name="YD C" userId="0d18cc71d923e2ec" providerId="LiveId" clId="{3DD84859-7456-436E-9E62-6C2B05516C2E}" dt="2026-07-06T15:52:41.753" v="944"/>
          <ac:spMkLst>
            <pc:docMk/>
            <pc:sldMk cId="4096387305" sldId="365"/>
            <ac:spMk id="11" creationId="{4B7EA793-4E7A-4F6E-9BE2-6191CC9F59A7}"/>
          </ac:spMkLst>
        </pc:spChg>
        <pc:picChg chg="add mod">
          <ac:chgData name="YD C" userId="0d18cc71d923e2ec" providerId="LiveId" clId="{3DD84859-7456-436E-9E62-6C2B05516C2E}" dt="2026-07-06T15:53:11.244" v="946" actId="1076"/>
          <ac:picMkLst>
            <pc:docMk/>
            <pc:sldMk cId="4096387305" sldId="365"/>
            <ac:picMk id="5" creationId="{99A68F6E-C6F9-4F85-978E-3DAE1F088C1E}"/>
          </ac:picMkLst>
        </pc:picChg>
      </pc:sldChg>
      <pc:sldChg chg="addSp delSp modSp add mod modNotesTx">
        <pc:chgData name="YD C" userId="0d18cc71d923e2ec" providerId="LiveId" clId="{3DD84859-7456-436E-9E62-6C2B05516C2E}" dt="2026-07-06T15:56:26.068" v="972" actId="20577"/>
        <pc:sldMkLst>
          <pc:docMk/>
          <pc:sldMk cId="3451807678" sldId="366"/>
        </pc:sldMkLst>
        <pc:spChg chg="mod">
          <ac:chgData name="YD C" userId="0d18cc71d923e2ec" providerId="LiveId" clId="{3DD84859-7456-436E-9E62-6C2B05516C2E}" dt="2026-07-06T15:53:54.068" v="958"/>
          <ac:spMkLst>
            <pc:docMk/>
            <pc:sldMk cId="3451807678" sldId="366"/>
            <ac:spMk id="10" creationId="{00000000-0000-0000-0000-000000000000}"/>
          </ac:spMkLst>
        </pc:spChg>
        <pc:spChg chg="add del mod">
          <ac:chgData name="YD C" userId="0d18cc71d923e2ec" providerId="LiveId" clId="{3DD84859-7456-436E-9E62-6C2B05516C2E}" dt="2026-07-06T15:54:54.696" v="962"/>
          <ac:spMkLst>
            <pc:docMk/>
            <pc:sldMk cId="3451807678" sldId="366"/>
            <ac:spMk id="11" creationId="{4B7EA793-4E7A-4F6E-9BE2-6191CC9F59A7}"/>
          </ac:spMkLst>
        </pc:spChg>
        <pc:picChg chg="del">
          <ac:chgData name="YD C" userId="0d18cc71d923e2ec" providerId="LiveId" clId="{3DD84859-7456-436E-9E62-6C2B05516C2E}" dt="2026-07-06T15:53:56.849" v="959" actId="478"/>
          <ac:picMkLst>
            <pc:docMk/>
            <pc:sldMk cId="3451807678" sldId="366"/>
            <ac:picMk id="5" creationId="{99A68F6E-C6F9-4F85-978E-3DAE1F088C1E}"/>
          </ac:picMkLst>
        </pc:picChg>
        <pc:picChg chg="add mod">
          <ac:chgData name="YD C" userId="0d18cc71d923e2ec" providerId="LiveId" clId="{3DD84859-7456-436E-9E62-6C2B05516C2E}" dt="2026-07-06T15:55:50.111" v="965" actId="1076"/>
          <ac:picMkLst>
            <pc:docMk/>
            <pc:sldMk cId="3451807678" sldId="366"/>
            <ac:picMk id="6" creationId="{05D84B98-8330-4D19-94CA-B116D434110D}"/>
          </ac:picMkLst>
        </pc:picChg>
      </pc:sldChg>
      <pc:sldChg chg="addSp delSp modSp add del mod modNotesTx">
        <pc:chgData name="YD C" userId="0d18cc71d923e2ec" providerId="LiveId" clId="{3DD84859-7456-436E-9E62-6C2B05516C2E}" dt="2026-07-06T16:05:56.648" v="1079" actId="47"/>
        <pc:sldMkLst>
          <pc:docMk/>
          <pc:sldMk cId="882675664" sldId="367"/>
        </pc:sldMkLst>
        <pc:spChg chg="mod">
          <ac:chgData name="YD C" userId="0d18cc71d923e2ec" providerId="LiveId" clId="{3DD84859-7456-436E-9E62-6C2B05516C2E}" dt="2026-07-06T15:56:15.431" v="969" actId="20577"/>
          <ac:spMkLst>
            <pc:docMk/>
            <pc:sldMk cId="882675664" sldId="367"/>
            <ac:spMk id="10" creationId="{00000000-0000-0000-0000-000000000000}"/>
          </ac:spMkLst>
        </pc:spChg>
        <pc:spChg chg="mod">
          <ac:chgData name="YD C" userId="0d18cc71d923e2ec" providerId="LiveId" clId="{3DD84859-7456-436E-9E62-6C2B05516C2E}" dt="2026-07-06T15:57:56.388" v="997"/>
          <ac:spMkLst>
            <pc:docMk/>
            <pc:sldMk cId="882675664" sldId="367"/>
            <ac:spMk id="11" creationId="{4B7EA793-4E7A-4F6E-9BE2-6191CC9F59A7}"/>
          </ac:spMkLst>
        </pc:spChg>
        <pc:picChg chg="add mod">
          <ac:chgData name="YD C" userId="0d18cc71d923e2ec" providerId="LiveId" clId="{3DD84859-7456-436E-9E62-6C2B05516C2E}" dt="2026-07-06T15:57:02.407" v="976" actId="1076"/>
          <ac:picMkLst>
            <pc:docMk/>
            <pc:sldMk cId="882675664" sldId="367"/>
            <ac:picMk id="5" creationId="{2A4CE13E-FB31-41E9-A25C-D98AFC34CF39}"/>
          </ac:picMkLst>
        </pc:picChg>
        <pc:picChg chg="del">
          <ac:chgData name="YD C" userId="0d18cc71d923e2ec" providerId="LiveId" clId="{3DD84859-7456-436E-9E62-6C2B05516C2E}" dt="2026-07-06T15:56:17.697" v="970" actId="478"/>
          <ac:picMkLst>
            <pc:docMk/>
            <pc:sldMk cId="882675664" sldId="367"/>
            <ac:picMk id="6" creationId="{05D84B98-8330-4D19-94CA-B116D434110D}"/>
          </ac:picMkLst>
        </pc:picChg>
        <pc:picChg chg="add mod">
          <ac:chgData name="YD C" userId="0d18cc71d923e2ec" providerId="LiveId" clId="{3DD84859-7456-436E-9E62-6C2B05516C2E}" dt="2026-07-06T15:57:18.668" v="980" actId="1076"/>
          <ac:picMkLst>
            <pc:docMk/>
            <pc:sldMk cId="882675664" sldId="367"/>
            <ac:picMk id="8" creationId="{4A504AB7-7AFE-4944-B53B-6ED678A422DB}"/>
          </ac:picMkLst>
        </pc:picChg>
      </pc:sldChg>
      <pc:sldChg chg="add del">
        <pc:chgData name="YD C" userId="0d18cc71d923e2ec" providerId="LiveId" clId="{3DD84859-7456-436E-9E62-6C2B05516C2E}" dt="2026-07-06T15:53:43.382" v="956"/>
        <pc:sldMkLst>
          <pc:docMk/>
          <pc:sldMk cId="1838717036" sldId="367"/>
        </pc:sldMkLst>
      </pc:sldChg>
      <pc:sldChg chg="addSp delSp modSp add mod">
        <pc:chgData name="YD C" userId="0d18cc71d923e2ec" providerId="LiveId" clId="{3DD84859-7456-436E-9E62-6C2B05516C2E}" dt="2026-07-06T16:05:59.969" v="1080" actId="20577"/>
        <pc:sldMkLst>
          <pc:docMk/>
          <pc:sldMk cId="3126127965" sldId="368"/>
        </pc:sldMkLst>
        <pc:spChg chg="mod">
          <ac:chgData name="YD C" userId="0d18cc71d923e2ec" providerId="LiveId" clId="{3DD84859-7456-436E-9E62-6C2B05516C2E}" dt="2026-07-06T16:05:59.969" v="1080" actId="20577"/>
          <ac:spMkLst>
            <pc:docMk/>
            <pc:sldMk cId="3126127965" sldId="368"/>
            <ac:spMk id="10" creationId="{00000000-0000-0000-0000-000000000000}"/>
          </ac:spMkLst>
        </pc:spChg>
        <pc:spChg chg="mod">
          <ac:chgData name="YD C" userId="0d18cc71d923e2ec" providerId="LiveId" clId="{3DD84859-7456-436E-9E62-6C2B05516C2E}" dt="2026-07-06T16:03:21.729" v="1078" actId="20577"/>
          <ac:spMkLst>
            <pc:docMk/>
            <pc:sldMk cId="3126127965" sldId="368"/>
            <ac:spMk id="11" creationId="{4B7EA793-4E7A-4F6E-9BE2-6191CC9F59A7}"/>
          </ac:spMkLst>
        </pc:spChg>
        <pc:picChg chg="add del">
          <ac:chgData name="YD C" userId="0d18cc71d923e2ec" providerId="LiveId" clId="{3DD84859-7456-436E-9E62-6C2B05516C2E}" dt="2026-07-06T16:01:07.815" v="1035" actId="22"/>
          <ac:picMkLst>
            <pc:docMk/>
            <pc:sldMk cId="3126127965" sldId="368"/>
            <ac:picMk id="6" creationId="{C6AEBBF8-B257-49C4-BE19-F31BEADB257C}"/>
          </ac:picMkLst>
        </pc:picChg>
        <pc:picChg chg="add mod">
          <ac:chgData name="YD C" userId="0d18cc71d923e2ec" providerId="LiveId" clId="{3DD84859-7456-436E-9E62-6C2B05516C2E}" dt="2026-07-06T16:01:31.589" v="1045" actId="14100"/>
          <ac:picMkLst>
            <pc:docMk/>
            <pc:sldMk cId="3126127965" sldId="368"/>
            <ac:picMk id="9" creationId="{612645DE-7D24-43F0-9FC9-A1182E4DD35F}"/>
          </ac:picMkLst>
        </pc:picChg>
      </pc:sldChg>
      <pc:sldChg chg="addSp delSp modSp add mod modNotesTx">
        <pc:chgData name="YD C" userId="0d18cc71d923e2ec" providerId="LiveId" clId="{3DD84859-7456-436E-9E62-6C2B05516C2E}" dt="2026-07-06T16:12:53.540" v="1180" actId="478"/>
        <pc:sldMkLst>
          <pc:docMk/>
          <pc:sldMk cId="1945815820" sldId="369"/>
        </pc:sldMkLst>
        <pc:spChg chg="mod">
          <ac:chgData name="YD C" userId="0d18cc71d923e2ec" providerId="LiveId" clId="{3DD84859-7456-436E-9E62-6C2B05516C2E}" dt="2026-07-06T16:06:16.737" v="1083"/>
          <ac:spMkLst>
            <pc:docMk/>
            <pc:sldMk cId="1945815820" sldId="369"/>
            <ac:spMk id="10" creationId="{00000000-0000-0000-0000-000000000000}"/>
          </ac:spMkLst>
        </pc:spChg>
        <pc:spChg chg="mod">
          <ac:chgData name="YD C" userId="0d18cc71d923e2ec" providerId="LiveId" clId="{3DD84859-7456-436E-9E62-6C2B05516C2E}" dt="2026-07-06T16:07:12.421" v="1117" actId="20577"/>
          <ac:spMkLst>
            <pc:docMk/>
            <pc:sldMk cId="1945815820" sldId="369"/>
            <ac:spMk id="11" creationId="{4B7EA793-4E7A-4F6E-9BE2-6191CC9F59A7}"/>
          </ac:spMkLst>
        </pc:spChg>
        <pc:picChg chg="del">
          <ac:chgData name="YD C" userId="0d18cc71d923e2ec" providerId="LiveId" clId="{3DD84859-7456-436E-9E62-6C2B05516C2E}" dt="2026-07-06T16:06:19.683" v="1085" actId="478"/>
          <ac:picMkLst>
            <pc:docMk/>
            <pc:sldMk cId="1945815820" sldId="369"/>
            <ac:picMk id="5" creationId="{2A4CE13E-FB31-41E9-A25C-D98AFC34CF39}"/>
          </ac:picMkLst>
        </pc:picChg>
        <pc:picChg chg="add mod">
          <ac:chgData name="YD C" userId="0d18cc71d923e2ec" providerId="LiveId" clId="{3DD84859-7456-436E-9E62-6C2B05516C2E}" dt="2026-07-06T16:07:35.896" v="1119" actId="1076"/>
          <ac:picMkLst>
            <pc:docMk/>
            <pc:sldMk cId="1945815820" sldId="369"/>
            <ac:picMk id="6" creationId="{5199204A-69CE-4897-A066-87B82BD8B4B7}"/>
          </ac:picMkLst>
        </pc:picChg>
        <pc:picChg chg="del">
          <ac:chgData name="YD C" userId="0d18cc71d923e2ec" providerId="LiveId" clId="{3DD84859-7456-436E-9E62-6C2B05516C2E}" dt="2026-07-06T16:06:19.337" v="1084" actId="478"/>
          <ac:picMkLst>
            <pc:docMk/>
            <pc:sldMk cId="1945815820" sldId="369"/>
            <ac:picMk id="8" creationId="{4A504AB7-7AFE-4944-B53B-6ED678A422DB}"/>
          </ac:picMkLst>
        </pc:picChg>
        <pc:picChg chg="del">
          <ac:chgData name="YD C" userId="0d18cc71d923e2ec" providerId="LiveId" clId="{3DD84859-7456-436E-9E62-6C2B05516C2E}" dt="2026-07-06T16:12:53.540" v="1180" actId="478"/>
          <ac:picMkLst>
            <pc:docMk/>
            <pc:sldMk cId="1945815820" sldId="369"/>
            <ac:picMk id="9" creationId="{612645DE-7D24-43F0-9FC9-A1182E4DD35F}"/>
          </ac:picMkLst>
        </pc:picChg>
      </pc:sldChg>
      <pc:sldChg chg="addSp delSp modSp add mod modNotesTx">
        <pc:chgData name="YD C" userId="0d18cc71d923e2ec" providerId="LiveId" clId="{3DD84859-7456-436E-9E62-6C2B05516C2E}" dt="2026-07-06T16:16:18.298" v="1239" actId="1076"/>
        <pc:sldMkLst>
          <pc:docMk/>
          <pc:sldMk cId="2903706989" sldId="370"/>
        </pc:sldMkLst>
        <pc:spChg chg="add del">
          <ac:chgData name="YD C" userId="0d18cc71d923e2ec" providerId="LiveId" clId="{3DD84859-7456-436E-9E62-6C2B05516C2E}" dt="2026-07-06T16:13:26.618" v="1187"/>
          <ac:spMkLst>
            <pc:docMk/>
            <pc:sldMk cId="2903706989" sldId="370"/>
            <ac:spMk id="2" creationId="{102D9A13-6ABE-44DA-A98F-4884A4CD0A5D}"/>
          </ac:spMkLst>
        </pc:spChg>
        <pc:spChg chg="add del">
          <ac:chgData name="YD C" userId="0d18cc71d923e2ec" providerId="LiveId" clId="{3DD84859-7456-436E-9E62-6C2B05516C2E}" dt="2026-07-06T16:13:27.761" v="1189"/>
          <ac:spMkLst>
            <pc:docMk/>
            <pc:sldMk cId="2903706989" sldId="370"/>
            <ac:spMk id="5" creationId="{C27DE4CF-4724-4CDD-B3EE-941A1732B529}"/>
          </ac:spMkLst>
        </pc:spChg>
        <pc:spChg chg="add del">
          <ac:chgData name="YD C" userId="0d18cc71d923e2ec" providerId="LiveId" clId="{3DD84859-7456-436E-9E62-6C2B05516C2E}" dt="2026-07-06T16:13:40.877" v="1197"/>
          <ac:spMkLst>
            <pc:docMk/>
            <pc:sldMk cId="2903706989" sldId="370"/>
            <ac:spMk id="7" creationId="{107C8D3E-5411-4366-BC5D-145148FBD71D}"/>
          </ac:spMkLst>
        </pc:spChg>
        <pc:spChg chg="add del">
          <ac:chgData name="YD C" userId="0d18cc71d923e2ec" providerId="LiveId" clId="{3DD84859-7456-436E-9E62-6C2B05516C2E}" dt="2026-07-06T16:14:09.383" v="1210"/>
          <ac:spMkLst>
            <pc:docMk/>
            <pc:sldMk cId="2903706989" sldId="370"/>
            <ac:spMk id="8" creationId="{F84A49F8-25F5-425C-B875-142CFDC51CF9}"/>
          </ac:spMkLst>
        </pc:spChg>
        <pc:spChg chg="mod">
          <ac:chgData name="YD C" userId="0d18cc71d923e2ec" providerId="LiveId" clId="{3DD84859-7456-436E-9E62-6C2B05516C2E}" dt="2026-07-06T16:12:50.924" v="1178" actId="14100"/>
          <ac:spMkLst>
            <pc:docMk/>
            <pc:sldMk cId="2903706989" sldId="370"/>
            <ac:spMk id="10" creationId="{00000000-0000-0000-0000-000000000000}"/>
          </ac:spMkLst>
        </pc:spChg>
        <pc:spChg chg="mod">
          <ac:chgData name="YD C" userId="0d18cc71d923e2ec" providerId="LiveId" clId="{3DD84859-7456-436E-9E62-6C2B05516C2E}" dt="2026-07-06T16:16:13.308" v="1237" actId="20577"/>
          <ac:spMkLst>
            <pc:docMk/>
            <pc:sldMk cId="2903706989" sldId="370"/>
            <ac:spMk id="11" creationId="{4B7EA793-4E7A-4F6E-9BE2-6191CC9F59A7}"/>
          </ac:spMkLst>
        </pc:spChg>
        <pc:picChg chg="del">
          <ac:chgData name="YD C" userId="0d18cc71d923e2ec" providerId="LiveId" clId="{3DD84859-7456-436E-9E62-6C2B05516C2E}" dt="2026-07-06T16:13:00.167" v="1181" actId="478"/>
          <ac:picMkLst>
            <pc:docMk/>
            <pc:sldMk cId="2903706989" sldId="370"/>
            <ac:picMk id="6" creationId="{5199204A-69CE-4897-A066-87B82BD8B4B7}"/>
          </ac:picMkLst>
        </pc:picChg>
        <pc:picChg chg="del">
          <ac:chgData name="YD C" userId="0d18cc71d923e2ec" providerId="LiveId" clId="{3DD84859-7456-436E-9E62-6C2B05516C2E}" dt="2026-07-06T16:12:52.180" v="1179" actId="478"/>
          <ac:picMkLst>
            <pc:docMk/>
            <pc:sldMk cId="2903706989" sldId="370"/>
            <ac:picMk id="9" creationId="{612645DE-7D24-43F0-9FC9-A1182E4DD35F}"/>
          </ac:picMkLst>
        </pc:picChg>
        <pc:picChg chg="add mod">
          <ac:chgData name="YD C" userId="0d18cc71d923e2ec" providerId="LiveId" clId="{3DD84859-7456-436E-9E62-6C2B05516C2E}" dt="2026-07-06T16:16:18.298" v="1239" actId="1076"/>
          <ac:picMkLst>
            <pc:docMk/>
            <pc:sldMk cId="2903706989" sldId="370"/>
            <ac:picMk id="14" creationId="{C3C7DCC6-15CD-4EAF-A0C5-69B1C836F8FD}"/>
          </ac:picMkLst>
        </pc:picChg>
      </pc:sldChg>
      <pc:sldChg chg="addSp delSp modSp add mod ord">
        <pc:chgData name="YD C" userId="0d18cc71d923e2ec" providerId="LiveId" clId="{3DD84859-7456-436E-9E62-6C2B05516C2E}" dt="2026-07-06T16:16:01.958" v="1236" actId="1076"/>
        <pc:sldMkLst>
          <pc:docMk/>
          <pc:sldMk cId="3595293094" sldId="371"/>
        </pc:sldMkLst>
        <pc:spChg chg="mod">
          <ac:chgData name="YD C" userId="0d18cc71d923e2ec" providerId="LiveId" clId="{3DD84859-7456-436E-9E62-6C2B05516C2E}" dt="2026-07-06T16:15:29.235" v="1226" actId="20577"/>
          <ac:spMkLst>
            <pc:docMk/>
            <pc:sldMk cId="3595293094" sldId="371"/>
            <ac:spMk id="11" creationId="{4B7EA793-4E7A-4F6E-9BE2-6191CC9F59A7}"/>
          </ac:spMkLst>
        </pc:spChg>
        <pc:picChg chg="add del mod">
          <ac:chgData name="YD C" userId="0d18cc71d923e2ec" providerId="LiveId" clId="{3DD84859-7456-436E-9E62-6C2B05516C2E}" dt="2026-07-06T16:15:50.498" v="1234" actId="22"/>
          <ac:picMkLst>
            <pc:docMk/>
            <pc:sldMk cId="3595293094" sldId="371"/>
            <ac:picMk id="5" creationId="{40188FF6-495B-4A07-BAAE-FBC2C6B60959}"/>
          </ac:picMkLst>
        </pc:picChg>
        <pc:picChg chg="add mod">
          <ac:chgData name="YD C" userId="0d18cc71d923e2ec" providerId="LiveId" clId="{3DD84859-7456-436E-9E62-6C2B05516C2E}" dt="2026-07-06T16:16:01.958" v="1236" actId="1076"/>
          <ac:picMkLst>
            <pc:docMk/>
            <pc:sldMk cId="3595293094" sldId="371"/>
            <ac:picMk id="7" creationId="{5CA849B5-2CB8-4F0D-B001-599FA64AA28F}"/>
          </ac:picMkLst>
        </pc:picChg>
      </pc:sldChg>
      <pc:sldChg chg="add del">
        <pc:chgData name="YD C" userId="0d18cc71d923e2ec" providerId="LiveId" clId="{3DD84859-7456-436E-9E62-6C2B05516C2E}" dt="2026-07-06T16:15:31.215" v="1228"/>
        <pc:sldMkLst>
          <pc:docMk/>
          <pc:sldMk cId="570110563" sldId="37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汉仪中宋简" panose="02010609000101010101" charset="-128"/>
              <a:ea typeface="汉仪中宋简" panose="02010609000101010101" charset="-128"/>
              <a:cs typeface="汉仪中宋简" panose="02010609000101010101" charset="-128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cs typeface="汉仪中宋简" panose="02010609000101010101" charset="-128"/>
              </a:rPr>
              <a:t>2026/7/7</a:t>
            </a:fld>
            <a:endParaRPr lang="zh-CN" altLang="en-US">
              <a:cs typeface="汉仪中宋简" panose="02010609000101010101" charset="-128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汉仪中宋简" panose="02010609000101010101" charset="-128"/>
              <a:ea typeface="汉仪中宋简" panose="02010609000101010101" charset="-128"/>
              <a:cs typeface="汉仪中宋简" panose="02010609000101010101" charset="-128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cs typeface="汉仪中宋简" panose="02010609000101010101" charset="-128"/>
              </a:rPr>
              <a:t>‹#›</a:t>
            </a:fld>
            <a:endParaRPr lang="zh-CN" altLang="en-US">
              <a:cs typeface="汉仪中宋简" panose="02010609000101010101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汉仪中宋简" panose="02010609000101010101" charset="-128"/>
                <a:ea typeface="汉仪中宋简" panose="02010609000101010101" charset="-128"/>
                <a:cs typeface="汉仪中宋简" panose="02010609000101010101" charset="-128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汉仪中宋简" panose="02010609000101010101" charset="-128"/>
                <a:ea typeface="汉仪中宋简" panose="02010609000101010101" charset="-128"/>
                <a:cs typeface="汉仪中宋简" panose="02010609000101010101" charset="-128"/>
              </a:defRPr>
            </a:lvl1pPr>
          </a:lstStyle>
          <a:p>
            <a:fld id="{D2A48B96-639E-45A3-A0BA-2464DFDB1FAA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汉仪中宋简" panose="02010609000101010101" charset="-128"/>
                <a:ea typeface="汉仪中宋简" panose="02010609000101010101" charset="-128"/>
                <a:cs typeface="汉仪中宋简" panose="02010609000101010101" charset="-128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汉仪中宋简" panose="02010609000101010101" charset="-128"/>
                <a:ea typeface="汉仪中宋简" panose="02010609000101010101" charset="-128"/>
                <a:cs typeface="汉仪中宋简" panose="02010609000101010101" charset="-128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汉仪中宋简" panose="02010609000101010101" charset="-128"/>
        <a:ea typeface="汉仪中宋简" panose="02010609000101010101" charset="-128"/>
        <a:cs typeface="汉仪中宋简" panose="02010609000101010101" charset="-12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汉仪中宋简" panose="02010609000101010101" charset="-128"/>
        <a:ea typeface="汉仪中宋简" panose="02010609000101010101" charset="-128"/>
        <a:cs typeface="汉仪中宋简" panose="02010609000101010101" charset="-12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汉仪中宋简" panose="02010609000101010101" charset="-128"/>
        <a:ea typeface="汉仪中宋简" panose="02010609000101010101" charset="-128"/>
        <a:cs typeface="汉仪中宋简" panose="02010609000101010101" charset="-12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汉仪中宋简" panose="02010609000101010101" charset="-128"/>
        <a:ea typeface="汉仪中宋简" panose="02010609000101010101" charset="-128"/>
        <a:cs typeface="汉仪中宋简" panose="02010609000101010101" charset="-12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汉仪中宋简" panose="02010609000101010101" charset="-128"/>
        <a:ea typeface="汉仪中宋简" panose="02010609000101010101" charset="-128"/>
        <a:cs typeface="汉仪中宋简" panose="02010609000101010101" charset="-12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algn="l"/>
            <a:endParaRPr lang="en-US" altLang="zh-CN" b="1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513249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913827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一个请求进入后端后，可能先经过 </a:t>
            </a:r>
            <a:r>
              <a:rPr lang="en-US" altLang="zh-CN" dirty="0"/>
              <a:t>dispatch</a:t>
            </a:r>
            <a:r>
              <a:rPr lang="zh-CN" altLang="en-US" dirty="0"/>
              <a:t>，再进入脚本函数或二进制函数，之后继续跨语言调用其他模块，最后执行具体功能。</a:t>
            </a:r>
            <a:endParaRPr lang="en-US" altLang="zh-CN" dirty="0">
              <a:effectLst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491831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682523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75091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489893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CFDB2-7146-06A6-A7BA-6BC877EC5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EEEE4F6-6EE7-C646-E109-C797E78150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0CCBD71-0373-A875-E9DB-0A5087BDAAD5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828080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44862-1440-E1B1-B163-7C3FF2389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EF753C8-DA5B-FDFF-2332-404C2F8DA5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85A69B-B60D-63EA-695E-7D1C7A019334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292643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7DC09-711F-2AB8-C9F2-DE267F9D5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C9F73F7-ED44-4FD7-C206-03B53EFB95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140508-1A84-1F9A-0EC8-B3A5EE16C548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21389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44862-1440-E1B1-B163-7C3FF2389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EF753C8-DA5B-FDFF-2332-404C2F8DA5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85A69B-B60D-63EA-695E-7D1C7A019334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572448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7DC09-711F-2AB8-C9F2-DE267F9D5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C9F73F7-ED44-4FD7-C206-03B53EFB95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140508-1A84-1F9A-0EC8-B3A5EE16C548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365495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44862-1440-E1B1-B163-7C3FF2389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EF753C8-DA5B-FDFF-2332-404C2F8DA5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85A69B-B60D-63EA-695E-7D1C7A019334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哪些参数是固定值，不能乱改</a:t>
            </a:r>
            <a:br>
              <a:rPr lang="zh-CN" altLang="en-US" dirty="0"/>
            </a:br>
            <a:r>
              <a:rPr lang="zh-CN" altLang="en-US" dirty="0"/>
              <a:t>哪些参数是路由值，决定程序走哪个分支</a:t>
            </a:r>
            <a:br>
              <a:rPr lang="zh-CN" altLang="en-US" dirty="0"/>
            </a:br>
            <a:r>
              <a:rPr lang="zh-CN" altLang="en-US" dirty="0"/>
              <a:t>哪些参数可能进入危险函数</a:t>
            </a:r>
            <a:br>
              <a:rPr lang="zh-CN" altLang="en-US" dirty="0"/>
            </a:br>
            <a:r>
              <a:rPr lang="zh-CN" altLang="en-US" dirty="0"/>
              <a:t>这个参数可能触发命令注入、</a:t>
            </a:r>
            <a:r>
              <a:rPr lang="en-US" altLang="zh-CN" dirty="0"/>
              <a:t>XSS</a:t>
            </a:r>
            <a:r>
              <a:rPr lang="zh-CN" altLang="en-US" dirty="0"/>
              <a:t>、文件读写等漏洞</a:t>
            </a:r>
            <a:endParaRPr lang="en-US" altLang="zh-C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418182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49644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44862-1440-E1B1-B163-7C3FF2389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EF753C8-DA5B-FDFF-2332-404C2F8DA5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85A69B-B60D-63EA-695E-7D1C7A019334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b="0" i="0" dirty="0">
                <a:effectLst/>
                <a:latin typeface="-apple-system"/>
              </a:rPr>
              <a:t>展示了穿山甲的架构，它由三个关键模块组成：</a:t>
            </a:r>
            <a:endParaRPr lang="en-US" altLang="zh-CN" b="0" i="0" dirty="0">
              <a:effectLst/>
              <a:latin typeface="-apple-system"/>
            </a:endParaRPr>
          </a:p>
          <a:p>
            <a:r>
              <a:rPr lang="zh-CN" altLang="en-US" b="0" i="0" dirty="0">
                <a:effectLst/>
                <a:latin typeface="-apple-system"/>
              </a:rPr>
              <a:t>入口地图构建。本模块侧重于通过基于树状结构方法识别和分析调度代码，构建条目</a:t>
            </a:r>
            <a:r>
              <a:rPr lang="en-US" altLang="zh-CN" b="0" i="0" dirty="0">
                <a:effectLst/>
                <a:latin typeface="-apple-system"/>
              </a:rPr>
              <a:t>URI</a:t>
            </a:r>
            <a:r>
              <a:rPr lang="zh-CN" altLang="en-US" b="0" i="0" dirty="0">
                <a:effectLst/>
                <a:latin typeface="-apple-system"/>
              </a:rPr>
              <a:t>与对应处理点之间的映射。</a:t>
            </a:r>
            <a:endParaRPr lang="en-US" altLang="zh-CN" b="0" i="0" dirty="0">
              <a:effectLst/>
              <a:latin typeface="-apple-system"/>
            </a:endParaRPr>
          </a:p>
          <a:p>
            <a:r>
              <a:rPr lang="zh-CN" altLang="en-US" b="0" i="0" dirty="0">
                <a:effectLst/>
                <a:latin typeface="-apple-system"/>
              </a:rPr>
              <a:t>参数规范生成。该模块侧重于利用</a:t>
            </a:r>
            <a:r>
              <a:rPr lang="en-US" altLang="zh-CN" b="0" i="0" dirty="0">
                <a:effectLst/>
                <a:latin typeface="-apple-system"/>
              </a:rPr>
              <a:t>LLM</a:t>
            </a:r>
            <a:r>
              <a:rPr lang="zh-CN" altLang="en-US" b="0" i="0" dirty="0">
                <a:effectLst/>
                <a:latin typeface="-apple-system"/>
              </a:rPr>
              <a:t>对</a:t>
            </a:r>
            <a:r>
              <a:rPr lang="en-US" altLang="zh-CN" b="0" i="0" dirty="0">
                <a:effectLst/>
                <a:latin typeface="-apple-system"/>
              </a:rPr>
              <a:t>MCG</a:t>
            </a:r>
            <a:r>
              <a:rPr lang="zh-CN" altLang="en-US" b="0" i="0" dirty="0">
                <a:effectLst/>
                <a:latin typeface="-apple-system"/>
              </a:rPr>
              <a:t>进行逆向剪枝，并基于通过</a:t>
            </a:r>
            <a:r>
              <a:rPr lang="en-US" altLang="zh-CN" b="0" i="0" dirty="0">
                <a:effectLst/>
                <a:latin typeface="-apple-system"/>
              </a:rPr>
              <a:t>LLM</a:t>
            </a:r>
            <a:r>
              <a:rPr lang="zh-CN" altLang="en-US" b="0" i="0" dirty="0">
                <a:effectLst/>
                <a:latin typeface="-apple-system"/>
              </a:rPr>
              <a:t>代理生成语义准确的参数规格。</a:t>
            </a:r>
            <a:endParaRPr lang="en-US" altLang="zh-CN" b="0" i="0" dirty="0">
              <a:effectLst/>
              <a:latin typeface="-apple-system"/>
            </a:endParaRPr>
          </a:p>
          <a:p>
            <a:r>
              <a:rPr lang="zh-CN" altLang="en-US" b="0" i="0" dirty="0">
                <a:effectLst/>
                <a:latin typeface="-apple-system"/>
              </a:rPr>
              <a:t>修正与规范指导。该模块根据响应内容和修剪后的</a:t>
            </a:r>
            <a:r>
              <a:rPr lang="en-US" altLang="zh-CN" b="0" i="0" dirty="0">
                <a:effectLst/>
                <a:latin typeface="-apple-system"/>
              </a:rPr>
              <a:t>MCG</a:t>
            </a:r>
            <a:r>
              <a:rPr lang="zh-CN" altLang="en-US" b="0" i="0" dirty="0">
                <a:effectLst/>
                <a:latin typeface="-apple-system"/>
              </a:rPr>
              <a:t>指数的先前反馈，调控</a:t>
            </a:r>
            <a:r>
              <a:rPr lang="en-US" altLang="zh-CN" b="0" i="0" dirty="0">
                <a:effectLst/>
                <a:latin typeface="-apple-system"/>
              </a:rPr>
              <a:t>MCG</a:t>
            </a:r>
            <a:r>
              <a:rPr lang="zh-CN" altLang="en-US" b="0" i="0" dirty="0">
                <a:effectLst/>
                <a:latin typeface="-apple-system"/>
              </a:rPr>
              <a:t>剪枝和参数规范生成。然后它通过多维参数规范来指导模糊。</a:t>
            </a:r>
            <a:endParaRPr lang="en-US" altLang="zh-C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090349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1130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sz="1200" b="1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5843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第一个是 </a:t>
            </a:r>
            <a:r>
              <a:rPr lang="en-US" altLang="zh-CN" b="1" dirty="0"/>
              <a:t>LABRADOR</a:t>
            </a:r>
            <a:r>
              <a:rPr lang="zh-CN" altLang="en-US" dirty="0"/>
              <a:t>。它是面向 </a:t>
            </a:r>
            <a:r>
              <a:rPr lang="en-US" altLang="zh-CN" dirty="0"/>
              <a:t>IoT </a:t>
            </a:r>
            <a:r>
              <a:rPr lang="zh-CN" altLang="en-US" dirty="0"/>
              <a:t>设备的黑盒 </a:t>
            </a:r>
            <a:r>
              <a:rPr lang="en-US" altLang="zh-CN" dirty="0"/>
              <a:t>fuzzing </a:t>
            </a:r>
            <a:r>
              <a:rPr lang="zh-CN" altLang="en-US" dirty="0"/>
              <a:t>工具，通过设备响应字符串和 </a:t>
            </a:r>
            <a:r>
              <a:rPr lang="en-US" altLang="zh-CN" dirty="0"/>
              <a:t>sink point </a:t>
            </a:r>
            <a:r>
              <a:rPr lang="zh-CN" altLang="en-US" dirty="0"/>
              <a:t>之间的距离来指导 </a:t>
            </a:r>
            <a:r>
              <a:rPr lang="en-US" altLang="zh-CN" dirty="0"/>
              <a:t>mutation</a:t>
            </a:r>
            <a:r>
              <a:rPr lang="zh-CN" altLang="en-US" dirty="0"/>
              <a:t>。论文选择它，是因为它代表了当前 </a:t>
            </a:r>
            <a:r>
              <a:rPr lang="en-US" altLang="zh-CN" dirty="0"/>
              <a:t>response guided black box fuzzing </a:t>
            </a:r>
            <a:r>
              <a:rPr lang="zh-CN" altLang="en-US" dirty="0"/>
              <a:t>的较强方法，并且此前已经优于 </a:t>
            </a:r>
            <a:r>
              <a:rPr lang="en-US" altLang="zh-CN" dirty="0"/>
              <a:t>SATC </a:t>
            </a:r>
            <a:r>
              <a:rPr lang="zh-CN" altLang="en-US" dirty="0"/>
              <a:t>和 </a:t>
            </a:r>
            <a:r>
              <a:rPr lang="en-US" altLang="zh-CN" dirty="0"/>
              <a:t>FIRM-AFL </a:t>
            </a:r>
            <a:r>
              <a:rPr lang="zh-CN" altLang="en-US" dirty="0"/>
              <a:t>等方法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第二个是 </a:t>
            </a:r>
            <a:r>
              <a:rPr lang="en-US" altLang="zh-CN" b="1" dirty="0"/>
              <a:t>EAGLEYE</a:t>
            </a:r>
            <a:r>
              <a:rPr lang="zh-CN" altLang="en-US" dirty="0"/>
              <a:t>。它是用于发现 </a:t>
            </a:r>
            <a:r>
              <a:rPr lang="en-US" altLang="zh-CN" dirty="0"/>
              <a:t>IoT hidden web interfaces </a:t>
            </a:r>
            <a:r>
              <a:rPr lang="zh-CN" altLang="en-US" dirty="0"/>
              <a:t>的工具，主要通过正则表达式提取 </a:t>
            </a:r>
            <a:r>
              <a:rPr lang="en-US" altLang="zh-CN" dirty="0"/>
              <a:t>candidate routing tokens</a:t>
            </a:r>
            <a:r>
              <a:rPr lang="zh-CN" altLang="en-US" dirty="0"/>
              <a:t>，再通过 </a:t>
            </a:r>
            <a:r>
              <a:rPr lang="en-US" altLang="zh-CN" dirty="0"/>
              <a:t>fuzzing </a:t>
            </a:r>
            <a:r>
              <a:rPr lang="zh-CN" altLang="en-US" dirty="0"/>
              <a:t>暴露隐藏接口。论文选择它，是因为 </a:t>
            </a:r>
            <a:r>
              <a:rPr lang="en-US" altLang="zh-CN" dirty="0"/>
              <a:t>PANGOLIN </a:t>
            </a:r>
            <a:r>
              <a:rPr lang="zh-CN" altLang="en-US" dirty="0"/>
              <a:t>也强调 </a:t>
            </a:r>
            <a:r>
              <a:rPr lang="en-US" altLang="zh-CN" dirty="0"/>
              <a:t>hidden interfaces </a:t>
            </a:r>
            <a:r>
              <a:rPr lang="zh-CN" altLang="en-US" dirty="0"/>
              <a:t>的发现，因此 </a:t>
            </a:r>
            <a:r>
              <a:rPr lang="en-US" altLang="zh-CN" dirty="0"/>
              <a:t>EAGLEYE </a:t>
            </a:r>
            <a:r>
              <a:rPr lang="zh-CN" altLang="en-US" dirty="0"/>
              <a:t>是一个很直接的对比对象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LABRADOR</a:t>
            </a:r>
            <a:r>
              <a:rPr lang="zh-CN" altLang="en-US" dirty="0"/>
              <a:t>：对比 </a:t>
            </a:r>
            <a:r>
              <a:rPr lang="en-US" altLang="zh-CN" dirty="0"/>
              <a:t>PANGOLIN </a:t>
            </a:r>
            <a:r>
              <a:rPr lang="zh-CN" altLang="en-US" dirty="0"/>
              <a:t>的漏洞 </a:t>
            </a:r>
            <a:r>
              <a:rPr lang="en-US" altLang="zh-CN" dirty="0"/>
              <a:t>fuzzing </a:t>
            </a:r>
            <a:r>
              <a:rPr lang="zh-CN" altLang="en-US" dirty="0"/>
              <a:t>能力</a:t>
            </a:r>
            <a:br>
              <a:rPr lang="zh-CN" altLang="en-US" dirty="0"/>
            </a:br>
            <a:r>
              <a:rPr lang="en-US" altLang="zh-CN" dirty="0"/>
              <a:t>EAGLEYE</a:t>
            </a:r>
            <a:r>
              <a:rPr lang="zh-CN" altLang="en-US" dirty="0"/>
              <a:t>：对比 </a:t>
            </a:r>
            <a:r>
              <a:rPr lang="en-US" altLang="zh-CN" dirty="0"/>
              <a:t>PANGOLIN </a:t>
            </a:r>
            <a:r>
              <a:rPr lang="zh-CN" altLang="en-US" dirty="0"/>
              <a:t>的隐藏接口发现能力</a:t>
            </a:r>
            <a:endParaRPr lang="en-US" altLang="zh-CN" sz="1200" b="1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37014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sz="1200" b="1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8973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b="1" dirty="0"/>
              <a:t>为什么 </a:t>
            </a:r>
            <a:r>
              <a:rPr lang="en-US" altLang="zh-CN" b="1" dirty="0"/>
              <a:t>PANGOLIN </a:t>
            </a:r>
            <a:r>
              <a:rPr lang="zh-CN" altLang="en-US" b="1" dirty="0"/>
              <a:t>比 </a:t>
            </a:r>
            <a:r>
              <a:rPr lang="en-US" altLang="zh-CN" b="1" dirty="0"/>
              <a:t>LABRADOR </a:t>
            </a:r>
            <a:r>
              <a:rPr lang="zh-CN" altLang="en-US" b="1" dirty="0"/>
              <a:t>快？</a:t>
            </a:r>
          </a:p>
          <a:p>
            <a:r>
              <a:rPr lang="en-US" altLang="zh-CN" dirty="0"/>
              <a:t>LABRADOR </a:t>
            </a:r>
            <a:r>
              <a:rPr lang="zh-CN" altLang="en-US" dirty="0"/>
              <a:t>的静态分析开销主要来自：</a:t>
            </a:r>
            <a:r>
              <a:rPr lang="en-US" altLang="zh-CN" dirty="0"/>
              <a:t>explicit string extraction</a:t>
            </a:r>
            <a:r>
              <a:rPr lang="zh-CN" altLang="en-US" dirty="0"/>
              <a:t>、</a:t>
            </a:r>
            <a:r>
              <a:rPr lang="en-US" altLang="zh-CN" dirty="0"/>
              <a:t>graph construction</a:t>
            </a:r>
            <a:r>
              <a:rPr lang="zh-CN" altLang="en-US" dirty="0"/>
              <a:t>、</a:t>
            </a:r>
            <a:r>
              <a:rPr lang="en-US" altLang="zh-CN" dirty="0"/>
              <a:t>distance measurement</a:t>
            </a:r>
          </a:p>
          <a:p>
            <a:r>
              <a:rPr lang="zh-CN" altLang="en-US" dirty="0"/>
              <a:t>而 </a:t>
            </a:r>
            <a:r>
              <a:rPr lang="en-US" altLang="zh-CN" dirty="0"/>
              <a:t>PANGOLIN </a:t>
            </a:r>
            <a:r>
              <a:rPr lang="zh-CN" altLang="en-US" dirty="0"/>
              <a:t>的静态分析主要包括：</a:t>
            </a:r>
            <a:r>
              <a:rPr lang="en-US" altLang="zh-CN" dirty="0"/>
              <a:t>entry map construction</a:t>
            </a:r>
            <a:r>
              <a:rPr lang="zh-CN" altLang="en-US" dirty="0"/>
              <a:t>、</a:t>
            </a:r>
            <a:r>
              <a:rPr lang="en-US" altLang="zh-CN" dirty="0"/>
              <a:t>MCG pruning</a:t>
            </a:r>
            <a:r>
              <a:rPr lang="zh-CN" altLang="en-US" dirty="0"/>
              <a:t>、</a:t>
            </a:r>
            <a:r>
              <a:rPr lang="en-US" altLang="zh-CN" dirty="0"/>
              <a:t>parameter specification generation</a:t>
            </a:r>
          </a:p>
          <a:p>
            <a:pPr rtl="0"/>
            <a:endParaRPr lang="en-US" altLang="zh-CN" dirty="0"/>
          </a:p>
          <a:p>
            <a:r>
              <a:rPr lang="zh-CN" altLang="en-US" dirty="0"/>
              <a:t>第二组对比是针对隐藏接口的。</a:t>
            </a:r>
          </a:p>
          <a:p>
            <a:r>
              <a:rPr lang="en-US" altLang="zh-CN" dirty="0"/>
              <a:t>EAGLEYE </a:t>
            </a:r>
            <a:r>
              <a:rPr lang="zh-CN" altLang="en-US" dirty="0"/>
              <a:t>的目标是发现 </a:t>
            </a:r>
            <a:r>
              <a:rPr lang="en-US" altLang="zh-CN" dirty="0"/>
              <a:t>IoT </a:t>
            </a:r>
            <a:r>
              <a:rPr lang="zh-CN" altLang="en-US" dirty="0"/>
              <a:t>设备中的 </a:t>
            </a:r>
            <a:r>
              <a:rPr lang="en-US" altLang="zh-CN" dirty="0"/>
              <a:t>hidden web interfaces</a:t>
            </a:r>
            <a:r>
              <a:rPr lang="zh-CN" altLang="en-US" dirty="0"/>
              <a:t>。它主要通过正则表达式提取 </a:t>
            </a:r>
            <a:r>
              <a:rPr lang="en-US" altLang="zh-CN" dirty="0"/>
              <a:t>routing token</a:t>
            </a:r>
            <a:r>
              <a:rPr lang="zh-CN" altLang="en-US" dirty="0"/>
              <a:t>，然后通过 </a:t>
            </a:r>
            <a:r>
              <a:rPr lang="en-US" altLang="zh-CN" dirty="0"/>
              <a:t>fuzzing </a:t>
            </a:r>
            <a:r>
              <a:rPr lang="zh-CN" altLang="en-US" dirty="0"/>
              <a:t>暴露隐藏接口。</a:t>
            </a:r>
          </a:p>
          <a:p>
            <a:r>
              <a:rPr lang="zh-CN" altLang="en-US" dirty="0"/>
              <a:t>为了公平比较，作者构造了一个 </a:t>
            </a:r>
            <a:r>
              <a:rPr lang="en-US" altLang="zh-CN" dirty="0"/>
              <a:t>PANGOLIN </a:t>
            </a:r>
            <a:r>
              <a:rPr lang="zh-CN" altLang="en-US" dirty="0"/>
              <a:t>变体，叫 </a:t>
            </a:r>
            <a:r>
              <a:rPr lang="en-US" altLang="zh-CN" b="1" dirty="0"/>
              <a:t>PANGOLIN-H</a:t>
            </a:r>
            <a:r>
              <a:rPr lang="zh-CN" altLang="en-US" dirty="0"/>
              <a:t>。这个版本去掉公开接口，只关注隐藏接口中的漏洞发现。</a:t>
            </a:r>
          </a:p>
          <a:p>
            <a:r>
              <a:rPr lang="en-US" altLang="zh-CN" dirty="0"/>
              <a:t>EAGLEYE</a:t>
            </a:r>
            <a:r>
              <a:rPr lang="zh-CN" altLang="en-US" dirty="0"/>
              <a:t>： 发现 </a:t>
            </a:r>
            <a:r>
              <a:rPr lang="en-US" altLang="zh-CN" dirty="0"/>
              <a:t>875 </a:t>
            </a:r>
            <a:r>
              <a:rPr lang="zh-CN" altLang="en-US" dirty="0"/>
              <a:t>个 </a:t>
            </a:r>
            <a:r>
              <a:rPr lang="en-US" altLang="zh-CN" dirty="0"/>
              <a:t>hidden interfaces</a:t>
            </a:r>
            <a:r>
              <a:rPr lang="zh-CN" altLang="en-US" dirty="0"/>
              <a:t>、发现 </a:t>
            </a:r>
            <a:r>
              <a:rPr lang="en-US" altLang="zh-CN" dirty="0"/>
              <a:t>4 </a:t>
            </a:r>
            <a:r>
              <a:rPr lang="zh-CN" altLang="en-US" dirty="0"/>
              <a:t>个漏洞</a:t>
            </a:r>
            <a:br>
              <a:rPr lang="zh-CN" altLang="en-US" dirty="0"/>
            </a:br>
            <a:r>
              <a:rPr lang="en-US" altLang="zh-CN" dirty="0"/>
              <a:t>PANGOLIN-H</a:t>
            </a:r>
            <a:r>
              <a:rPr lang="zh-CN" altLang="en-US" dirty="0"/>
              <a:t>：发现 </a:t>
            </a:r>
            <a:r>
              <a:rPr lang="en-US" altLang="zh-CN" dirty="0"/>
              <a:t>1,793 </a:t>
            </a:r>
            <a:r>
              <a:rPr lang="zh-CN" altLang="en-US" dirty="0"/>
              <a:t>个 </a:t>
            </a:r>
            <a:r>
              <a:rPr lang="en-US" altLang="zh-CN" dirty="0"/>
              <a:t>hidden interfaces</a:t>
            </a:r>
            <a:r>
              <a:rPr lang="zh-CN" altLang="en-US" dirty="0"/>
              <a:t>、发现 </a:t>
            </a:r>
            <a:r>
              <a:rPr lang="en-US" altLang="zh-CN" dirty="0"/>
              <a:t>45 </a:t>
            </a:r>
            <a:r>
              <a:rPr lang="zh-CN" altLang="en-US" dirty="0"/>
              <a:t>个漏洞</a:t>
            </a:r>
            <a:endParaRPr lang="en-US" altLang="zh-CN" sz="1200" b="1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33329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完整 </a:t>
            </a:r>
            <a:r>
              <a:rPr lang="en-US" altLang="zh-CN" dirty="0"/>
              <a:t>PANGOLIN </a:t>
            </a:r>
            <a:r>
              <a:rPr lang="zh-CN" altLang="en-US" dirty="0"/>
              <a:t>一共识别了：</a:t>
            </a:r>
            <a:r>
              <a:rPr lang="en-US" altLang="zh-CN" dirty="0"/>
              <a:t>2,856 </a:t>
            </a:r>
            <a:r>
              <a:rPr lang="zh-CN" altLang="en-US" dirty="0"/>
              <a:t>组参数规范、其中 </a:t>
            </a:r>
            <a:r>
              <a:rPr lang="en-US" altLang="zh-CN" dirty="0"/>
              <a:t>1,753 </a:t>
            </a:r>
            <a:r>
              <a:rPr lang="zh-CN" altLang="en-US" dirty="0"/>
              <a:t>组来自 </a:t>
            </a:r>
            <a:r>
              <a:rPr lang="en-US" altLang="zh-CN" dirty="0"/>
              <a:t>hidden interfaces</a:t>
            </a:r>
            <a:r>
              <a:rPr lang="zh-CN" altLang="en-US" dirty="0"/>
              <a:t>、</a:t>
            </a:r>
            <a:r>
              <a:rPr lang="en-US" altLang="zh-CN" dirty="0"/>
              <a:t>2,253 </a:t>
            </a:r>
            <a:r>
              <a:rPr lang="zh-CN" altLang="en-US" dirty="0"/>
              <a:t>组参数规范没有明显显示错误、最终发现 </a:t>
            </a:r>
            <a:r>
              <a:rPr lang="en-US" altLang="zh-CN" dirty="0"/>
              <a:t>68 </a:t>
            </a:r>
            <a:r>
              <a:rPr lang="zh-CN" altLang="en-US" dirty="0"/>
              <a:t>个漏洞</a:t>
            </a:r>
          </a:p>
          <a:p>
            <a:r>
              <a:rPr lang="en-US" altLang="zh-CN" dirty="0"/>
              <a:t>PANGOLIN-Entry</a:t>
            </a:r>
            <a:r>
              <a:rPr lang="zh-CN" altLang="en-US" dirty="0"/>
              <a:t>：去掉隐藏接口识别，完整 </a:t>
            </a:r>
            <a:r>
              <a:rPr lang="en-US" altLang="zh-CN" dirty="0"/>
              <a:t>PANGOLIN</a:t>
            </a:r>
            <a:r>
              <a:rPr lang="zh-CN" altLang="en-US" dirty="0"/>
              <a:t>：</a:t>
            </a:r>
            <a:r>
              <a:rPr lang="en-US" altLang="zh-CN" dirty="0"/>
              <a:t>68 </a:t>
            </a:r>
            <a:r>
              <a:rPr lang="zh-CN" altLang="en-US" dirty="0"/>
              <a:t>个漏洞，</a:t>
            </a:r>
            <a:r>
              <a:rPr lang="en-US" altLang="zh-CN" dirty="0"/>
              <a:t>PANGOLIN-Entry</a:t>
            </a:r>
            <a:r>
              <a:rPr lang="zh-CN" altLang="en-US" dirty="0"/>
              <a:t>：</a:t>
            </a:r>
            <a:r>
              <a:rPr lang="en-US" altLang="zh-CN" dirty="0"/>
              <a:t>23 </a:t>
            </a:r>
            <a:r>
              <a:rPr lang="zh-CN" altLang="en-US" dirty="0"/>
              <a:t>个漏洞，漏洞发现能力下降了约 </a:t>
            </a:r>
            <a:r>
              <a:rPr lang="en-US" altLang="zh-CN" b="1" dirty="0"/>
              <a:t>66%</a:t>
            </a:r>
            <a:r>
              <a:rPr lang="zh-CN" altLang="en-US" dirty="0"/>
              <a:t>。论文解释说，</a:t>
            </a:r>
            <a:r>
              <a:rPr lang="en-US" altLang="zh-CN" dirty="0"/>
              <a:t>PANGOLIN-Entry </a:t>
            </a:r>
            <a:r>
              <a:rPr lang="zh-CN" altLang="en-US" dirty="0"/>
              <a:t>漏掉的漏洞全部来自 </a:t>
            </a:r>
            <a:r>
              <a:rPr lang="en-US" altLang="zh-CN" dirty="0"/>
              <a:t>hidden interfaces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PANGOLIN-MCG</a:t>
            </a:r>
            <a:r>
              <a:rPr lang="zh-CN" altLang="en-US" dirty="0"/>
              <a:t>：去掉 </a:t>
            </a:r>
            <a:r>
              <a:rPr lang="en-US" altLang="zh-CN" dirty="0"/>
              <a:t>pruned MCG </a:t>
            </a:r>
            <a:r>
              <a:rPr lang="zh-CN" altLang="en-US" dirty="0"/>
              <a:t>参数恢复</a:t>
            </a:r>
            <a:r>
              <a:rPr lang="zh-CN" altLang="en-US" sz="1200" b="1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dirty="0"/>
              <a:t>完整 </a:t>
            </a:r>
            <a:r>
              <a:rPr lang="en-US" altLang="zh-CN" dirty="0"/>
              <a:t>PANGOLIN</a:t>
            </a:r>
            <a:r>
              <a:rPr lang="zh-CN" altLang="en-US" dirty="0"/>
              <a:t>：</a:t>
            </a:r>
            <a:r>
              <a:rPr lang="en-US" altLang="zh-CN" dirty="0"/>
              <a:t>68 </a:t>
            </a:r>
            <a:r>
              <a:rPr lang="zh-CN" altLang="en-US" dirty="0"/>
              <a:t>个漏洞，</a:t>
            </a:r>
            <a:r>
              <a:rPr lang="en-US" altLang="zh-CN" dirty="0"/>
              <a:t>PANGOLIN-MCG</a:t>
            </a:r>
            <a:r>
              <a:rPr lang="zh-CN" altLang="en-US" dirty="0"/>
              <a:t>：</a:t>
            </a:r>
            <a:r>
              <a:rPr lang="en-US" altLang="zh-CN" dirty="0"/>
              <a:t>24 </a:t>
            </a:r>
            <a:r>
              <a:rPr lang="zh-CN" altLang="en-US" dirty="0"/>
              <a:t>个漏洞，少发现了 </a:t>
            </a:r>
            <a:r>
              <a:rPr lang="en-US" altLang="zh-CN" b="1" dirty="0"/>
              <a:t>44 </a:t>
            </a:r>
            <a:r>
              <a:rPr lang="zh-CN" altLang="en-US" b="1" dirty="0"/>
              <a:t>个漏洞</a:t>
            </a:r>
            <a:r>
              <a:rPr lang="zh-CN" altLang="en-US" dirty="0"/>
              <a:t>。论文解释说，漏掉的这些漏洞，其相关参数并不完整出现在 </a:t>
            </a:r>
            <a:r>
              <a:rPr lang="en-US" altLang="zh-CN" dirty="0"/>
              <a:t>handler point </a:t>
            </a:r>
            <a:r>
              <a:rPr lang="zh-CN" altLang="en-US" dirty="0"/>
              <a:t>初始代码里，而是出现在后续多语言调用和层级参数解析过程中</a:t>
            </a:r>
            <a:endParaRPr lang="en-US" altLang="zh-CN" dirty="0"/>
          </a:p>
          <a:p>
            <a:r>
              <a:rPr lang="en-US" altLang="zh-CN" dirty="0"/>
              <a:t>PANGOLIN-Seq</a:t>
            </a:r>
            <a:r>
              <a:rPr lang="zh-CN" altLang="en-US" dirty="0"/>
              <a:t>：去掉 </a:t>
            </a:r>
            <a:r>
              <a:rPr lang="en-US" altLang="zh-CN" dirty="0"/>
              <a:t>API </a:t>
            </a:r>
            <a:r>
              <a:rPr lang="zh-CN" altLang="en-US" dirty="0"/>
              <a:t>调用序列识别，</a:t>
            </a:r>
            <a:r>
              <a:rPr lang="en-US" altLang="zh-CN" b="1" dirty="0"/>
              <a:t>PANGOLIN-Seq</a:t>
            </a:r>
            <a:r>
              <a:rPr lang="en-US" altLang="zh-CN" dirty="0"/>
              <a:t> </a:t>
            </a:r>
            <a:r>
              <a:rPr lang="zh-CN" altLang="en-US" dirty="0"/>
              <a:t>不做 </a:t>
            </a:r>
            <a:r>
              <a:rPr lang="en-US" altLang="zh-CN" dirty="0"/>
              <a:t>API sequence recognition</a:t>
            </a:r>
            <a:r>
              <a:rPr lang="zh-CN" altLang="en-US" dirty="0"/>
              <a:t>，而是简单顺序 </a:t>
            </a:r>
            <a:r>
              <a:rPr lang="en-US" altLang="zh-CN" dirty="0"/>
              <a:t>fuzz </a:t>
            </a:r>
            <a:r>
              <a:rPr lang="zh-CN" altLang="en-US" dirty="0"/>
              <a:t>请求。</a:t>
            </a:r>
          </a:p>
          <a:p>
            <a:r>
              <a:rPr lang="zh-CN" altLang="en-US" dirty="0"/>
              <a:t>结果是：完整 </a:t>
            </a:r>
            <a:r>
              <a:rPr lang="en-US" altLang="zh-CN" dirty="0"/>
              <a:t>PANGOLIN</a:t>
            </a:r>
            <a:r>
              <a:rPr lang="zh-CN" altLang="en-US" dirty="0"/>
              <a:t>：</a:t>
            </a:r>
            <a:r>
              <a:rPr lang="en-US" altLang="zh-CN" dirty="0"/>
              <a:t>68 </a:t>
            </a:r>
            <a:r>
              <a:rPr lang="zh-CN" altLang="en-US" dirty="0"/>
              <a:t>个漏洞，</a:t>
            </a:r>
            <a:r>
              <a:rPr lang="en-US" altLang="zh-CN" dirty="0"/>
              <a:t>PANGOLIN-Seq</a:t>
            </a:r>
            <a:r>
              <a:rPr lang="zh-CN" altLang="en-US" dirty="0"/>
              <a:t>：</a:t>
            </a:r>
            <a:r>
              <a:rPr lang="en-US" altLang="zh-CN" dirty="0"/>
              <a:t>60 </a:t>
            </a:r>
            <a:r>
              <a:rPr lang="zh-CN" altLang="en-US" dirty="0"/>
              <a:t>个漏洞。少发现了 </a:t>
            </a:r>
            <a:r>
              <a:rPr lang="en-US" altLang="zh-CN" b="1" dirty="0"/>
              <a:t>8 </a:t>
            </a:r>
            <a:r>
              <a:rPr lang="zh-CN" altLang="en-US" b="1" dirty="0"/>
              <a:t>个漏洞</a:t>
            </a:r>
            <a:r>
              <a:rPr lang="zh-CN" altLang="en-US" dirty="0"/>
              <a:t>。论文解释说，这些漏掉的漏洞需要多个请求共同触发。也就是说，有些漏洞必须先调用一个接口创建资源或开启功能，再调用另一个接口触发漏洞。这说明：</a:t>
            </a:r>
            <a:r>
              <a:rPr lang="en-US" altLang="zh-CN" b="1" dirty="0"/>
              <a:t>API </a:t>
            </a:r>
            <a:r>
              <a:rPr lang="zh-CN" altLang="en-US" b="1" dirty="0"/>
              <a:t>顺序识别不是最主要的提升来源，但对于多请求触发漏洞是必要的。</a:t>
            </a:r>
            <a:endParaRPr lang="en-US" altLang="zh-CN" b="1" dirty="0"/>
          </a:p>
          <a:p>
            <a:r>
              <a:rPr lang="en-US" altLang="zh-CN" dirty="0"/>
              <a:t>PANGOLIN-FB</a:t>
            </a:r>
            <a:r>
              <a:rPr lang="zh-CN" altLang="en-US" dirty="0"/>
              <a:t>：去掉反馈修正</a:t>
            </a:r>
            <a:r>
              <a:rPr lang="zh-CN" altLang="en-US" b="1" dirty="0"/>
              <a:t>，</a:t>
            </a:r>
            <a:r>
              <a:rPr lang="en-US" altLang="zh-CN" b="1" dirty="0"/>
              <a:t>PANGOLIN-FB</a:t>
            </a:r>
            <a:r>
              <a:rPr lang="en-US" altLang="zh-CN" dirty="0"/>
              <a:t> </a:t>
            </a:r>
            <a:r>
              <a:rPr lang="zh-CN" altLang="en-US" dirty="0"/>
              <a:t>不使用 </a:t>
            </a:r>
            <a:r>
              <a:rPr lang="en-US" altLang="zh-CN" dirty="0"/>
              <a:t>feedback regulation</a:t>
            </a:r>
            <a:r>
              <a:rPr lang="zh-CN" altLang="en-US" dirty="0"/>
              <a:t>，只依赖第一轮生成的参数规范。第一轮无反馈 </a:t>
            </a:r>
            <a:r>
              <a:rPr lang="en-US" altLang="zh-CN" dirty="0"/>
              <a:t>R1</a:t>
            </a:r>
            <a:r>
              <a:rPr lang="zh-CN" altLang="en-US" dirty="0"/>
              <a:t>：</a:t>
            </a:r>
            <a:r>
              <a:rPr lang="en-US" altLang="zh-CN" dirty="0"/>
              <a:t>43 </a:t>
            </a:r>
            <a:r>
              <a:rPr lang="zh-CN" altLang="en-US" dirty="0"/>
              <a:t>个漏洞，一轮反馈后 </a:t>
            </a:r>
            <a:r>
              <a:rPr lang="en-US" altLang="zh-CN" dirty="0"/>
              <a:t>R2</a:t>
            </a:r>
            <a:r>
              <a:rPr lang="zh-CN" altLang="en-US" dirty="0"/>
              <a:t>：</a:t>
            </a:r>
            <a:r>
              <a:rPr lang="en-US" altLang="zh-CN" dirty="0"/>
              <a:t>49 </a:t>
            </a:r>
            <a:r>
              <a:rPr lang="zh-CN" altLang="en-US" dirty="0"/>
              <a:t>个漏洞，完整 </a:t>
            </a:r>
            <a:r>
              <a:rPr lang="en-US" altLang="zh-CN" dirty="0"/>
              <a:t>PANGOLIN</a:t>
            </a:r>
            <a:r>
              <a:rPr lang="zh-CN" altLang="en-US" dirty="0"/>
              <a:t>：</a:t>
            </a:r>
            <a:r>
              <a:rPr lang="en-US" altLang="zh-CN" dirty="0"/>
              <a:t>68 </a:t>
            </a:r>
            <a:r>
              <a:rPr lang="zh-CN" altLang="en-US" dirty="0"/>
              <a:t>个漏洞。论文说，没有反馈修正时，同样时间内少发现 </a:t>
            </a:r>
            <a:r>
              <a:rPr lang="en-US" altLang="zh-CN" dirty="0"/>
              <a:t>25 </a:t>
            </a:r>
            <a:r>
              <a:rPr lang="zh-CN" altLang="en-US" dirty="0"/>
              <a:t>个漏洞；经过一轮反馈后仍少 </a:t>
            </a:r>
            <a:r>
              <a:rPr lang="en-US" altLang="zh-CN" dirty="0"/>
              <a:t>19 </a:t>
            </a:r>
            <a:r>
              <a:rPr lang="zh-CN" altLang="en-US" dirty="0"/>
              <a:t>个漏洞，完整 </a:t>
            </a:r>
            <a:r>
              <a:rPr lang="en-US" altLang="zh-CN" dirty="0"/>
              <a:t>PANGOLIN </a:t>
            </a:r>
            <a:r>
              <a:rPr lang="zh-CN" altLang="en-US" dirty="0"/>
              <a:t>使用第二轮反馈后的结果进行 </a:t>
            </a:r>
            <a:r>
              <a:rPr lang="en-US" altLang="zh-CN" dirty="0"/>
              <a:t>fuzzing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4256303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1167417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1067407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en-US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8.xml"/><Relationship Id="rId4" Type="http://schemas.openxmlformats.org/officeDocument/2006/relationships/tags" Target="../tags/tag17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-39370"/>
            <a:ext cx="12192000" cy="6897370"/>
            <a:chOff x="0" y="-62"/>
            <a:chExt cx="19200" cy="10862"/>
          </a:xfrm>
        </p:grpSpPr>
        <p:sp>
          <p:nvSpPr>
            <p:cNvPr id="5" name="任意多边形 4"/>
            <p:cNvSpPr/>
            <p:nvPr userDrawn="1"/>
          </p:nvSpPr>
          <p:spPr>
            <a:xfrm>
              <a:off x="0" y="3464"/>
              <a:ext cx="10851" cy="7336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10851" h="7336">
                  <a:moveTo>
                    <a:pt x="3244" y="0"/>
                  </a:moveTo>
                  <a:cubicBezTo>
                    <a:pt x="7349" y="0"/>
                    <a:pt x="10696" y="3250"/>
                    <a:pt x="10850" y="7318"/>
                  </a:cubicBezTo>
                  <a:lnTo>
                    <a:pt x="10851" y="7336"/>
                  </a:lnTo>
                  <a:lnTo>
                    <a:pt x="0" y="7336"/>
                  </a:lnTo>
                  <a:lnTo>
                    <a:pt x="0" y="724"/>
                  </a:lnTo>
                  <a:lnTo>
                    <a:pt x="27" y="711"/>
                  </a:lnTo>
                  <a:cubicBezTo>
                    <a:pt x="1004" y="255"/>
                    <a:pt x="2094" y="0"/>
                    <a:pt x="3244" y="0"/>
                  </a:cubicBezTo>
                  <a:close/>
                </a:path>
              </a:pathLst>
            </a:custGeom>
            <a:solidFill>
              <a:srgbClr val="425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汉仪中宋简" panose="02010609000101010101" charset="-128"/>
              </a:endParaRPr>
            </a:p>
          </p:txBody>
        </p:sp>
        <p:sp>
          <p:nvSpPr>
            <p:cNvPr id="4" name="任意多边形 3"/>
            <p:cNvSpPr/>
            <p:nvPr userDrawn="1"/>
          </p:nvSpPr>
          <p:spPr>
            <a:xfrm>
              <a:off x="0" y="-62"/>
              <a:ext cx="5053" cy="7312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5053" h="7312">
                  <a:moveTo>
                    <a:pt x="0" y="0"/>
                  </a:moveTo>
                  <a:lnTo>
                    <a:pt x="4681" y="0"/>
                  </a:lnTo>
                  <a:lnTo>
                    <a:pt x="4682" y="1"/>
                  </a:lnTo>
                  <a:cubicBezTo>
                    <a:pt x="4921" y="609"/>
                    <a:pt x="5053" y="1272"/>
                    <a:pt x="5053" y="1965"/>
                  </a:cubicBezTo>
                  <a:cubicBezTo>
                    <a:pt x="5053" y="4807"/>
                    <a:pt x="2839" y="7132"/>
                    <a:pt x="42" y="7309"/>
                  </a:cubicBezTo>
                  <a:lnTo>
                    <a:pt x="0" y="73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E1F7">
                <a:alpha val="8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汉仪中宋简" panose="02010609000101010101" charset="-128"/>
              </a:endParaRPr>
            </a:p>
          </p:txBody>
        </p:sp>
        <p:sp>
          <p:nvSpPr>
            <p:cNvPr id="7" name="任意多边形 6"/>
            <p:cNvSpPr/>
            <p:nvPr userDrawn="1"/>
          </p:nvSpPr>
          <p:spPr>
            <a:xfrm>
              <a:off x="1648" y="-62"/>
              <a:ext cx="17552" cy="10862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17552" h="10862">
                  <a:moveTo>
                    <a:pt x="355" y="0"/>
                  </a:moveTo>
                  <a:lnTo>
                    <a:pt x="17552" y="0"/>
                  </a:lnTo>
                  <a:lnTo>
                    <a:pt x="17552" y="8017"/>
                  </a:lnTo>
                  <a:lnTo>
                    <a:pt x="17548" y="8024"/>
                  </a:lnTo>
                  <a:cubicBezTo>
                    <a:pt x="16775" y="9151"/>
                    <a:pt x="15768" y="10105"/>
                    <a:pt x="14598" y="10816"/>
                  </a:cubicBezTo>
                  <a:lnTo>
                    <a:pt x="14521" y="10862"/>
                  </a:lnTo>
                  <a:lnTo>
                    <a:pt x="4705" y="10862"/>
                  </a:lnTo>
                  <a:lnTo>
                    <a:pt x="4628" y="10816"/>
                  </a:lnTo>
                  <a:cubicBezTo>
                    <a:pt x="1854" y="9130"/>
                    <a:pt x="0" y="6079"/>
                    <a:pt x="0" y="2595"/>
                  </a:cubicBezTo>
                  <a:cubicBezTo>
                    <a:pt x="0" y="1724"/>
                    <a:pt x="116" y="880"/>
                    <a:pt x="333" y="78"/>
                  </a:cubicBezTo>
                  <a:lnTo>
                    <a:pt x="355" y="0"/>
                  </a:lnTo>
                  <a:close/>
                </a:path>
              </a:pathLst>
            </a:custGeom>
            <a:solidFill>
              <a:srgbClr val="FAFAFA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汉仪中宋简" panose="02010609000101010101" charset="-128"/>
              </a:endParaRPr>
            </a:p>
          </p:txBody>
        </p:sp>
      </p:grpSp>
    </p:spTree>
  </p:cSld>
  <p:clrMapOvr>
    <a:masterClrMapping/>
  </p:clrMapOvr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任意多边形 11"/>
          <p:cNvSpPr>
            <a:spLocks noChangeAspect="1"/>
          </p:cNvSpPr>
          <p:nvPr userDrawn="1"/>
        </p:nvSpPr>
        <p:spPr>
          <a:xfrm flipH="1">
            <a:off x="9110980" y="4774565"/>
            <a:ext cx="3081020" cy="208343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0851" h="7336">
                <a:moveTo>
                  <a:pt x="3244" y="0"/>
                </a:moveTo>
                <a:cubicBezTo>
                  <a:pt x="7349" y="0"/>
                  <a:pt x="10696" y="3250"/>
                  <a:pt x="10850" y="7318"/>
                </a:cubicBezTo>
                <a:lnTo>
                  <a:pt x="10851" y="7336"/>
                </a:lnTo>
                <a:lnTo>
                  <a:pt x="0" y="7336"/>
                </a:lnTo>
                <a:lnTo>
                  <a:pt x="0" y="724"/>
                </a:lnTo>
                <a:lnTo>
                  <a:pt x="27" y="711"/>
                </a:lnTo>
                <a:cubicBezTo>
                  <a:pt x="1004" y="255"/>
                  <a:pt x="2094" y="0"/>
                  <a:pt x="3244" y="0"/>
                </a:cubicBezTo>
                <a:close/>
              </a:path>
            </a:pathLst>
          </a:custGeom>
          <a:solidFill>
            <a:srgbClr val="425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汉仪中宋简" panose="02010609000101010101" charset="-128"/>
            </a:endParaRPr>
          </a:p>
        </p:txBody>
      </p:sp>
      <p:sp>
        <p:nvSpPr>
          <p:cNvPr id="15" name="任意多边形 14"/>
          <p:cNvSpPr/>
          <p:nvPr userDrawn="1"/>
        </p:nvSpPr>
        <p:spPr>
          <a:xfrm>
            <a:off x="11041380" y="3794125"/>
            <a:ext cx="1150620" cy="227139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812" h="3577">
                <a:moveTo>
                  <a:pt x="1789" y="0"/>
                </a:moveTo>
                <a:lnTo>
                  <a:pt x="1812" y="0"/>
                </a:lnTo>
                <a:lnTo>
                  <a:pt x="1812" y="3577"/>
                </a:lnTo>
                <a:lnTo>
                  <a:pt x="1789" y="3577"/>
                </a:lnTo>
                <a:cubicBezTo>
                  <a:pt x="801" y="3577"/>
                  <a:pt x="0" y="2776"/>
                  <a:pt x="0" y="1789"/>
                </a:cubicBezTo>
                <a:cubicBezTo>
                  <a:pt x="0" y="801"/>
                  <a:pt x="801" y="0"/>
                  <a:pt x="1789" y="0"/>
                </a:cubicBezTo>
                <a:close/>
              </a:path>
            </a:pathLst>
          </a:custGeom>
          <a:solidFill>
            <a:srgbClr val="D0E1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汉仪中宋简" panose="02010609000101010101" charset="-128"/>
            </a:endParaRPr>
          </a:p>
        </p:txBody>
      </p:sp>
      <p:sp>
        <p:nvSpPr>
          <p:cNvPr id="16" name="任意多边形 15"/>
          <p:cNvSpPr/>
          <p:nvPr userDrawn="1"/>
        </p:nvSpPr>
        <p:spPr>
          <a:xfrm>
            <a:off x="3217545" y="0"/>
            <a:ext cx="8974455" cy="685800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4133" h="10800">
                <a:moveTo>
                  <a:pt x="733" y="0"/>
                </a:moveTo>
                <a:lnTo>
                  <a:pt x="14133" y="0"/>
                </a:lnTo>
                <a:lnTo>
                  <a:pt x="14133" y="7877"/>
                </a:lnTo>
                <a:lnTo>
                  <a:pt x="14123" y="7891"/>
                </a:lnTo>
                <a:cubicBezTo>
                  <a:pt x="13127" y="9261"/>
                  <a:pt x="11697" y="10294"/>
                  <a:pt x="10034" y="10789"/>
                </a:cubicBezTo>
                <a:lnTo>
                  <a:pt x="9996" y="10800"/>
                </a:lnTo>
                <a:lnTo>
                  <a:pt x="5614" y="10800"/>
                </a:lnTo>
                <a:lnTo>
                  <a:pt x="5576" y="10789"/>
                </a:lnTo>
                <a:cubicBezTo>
                  <a:pt x="2351" y="9830"/>
                  <a:pt x="0" y="6843"/>
                  <a:pt x="0" y="3307"/>
                </a:cubicBezTo>
                <a:cubicBezTo>
                  <a:pt x="0" y="2128"/>
                  <a:pt x="261" y="1011"/>
                  <a:pt x="729" y="9"/>
                </a:cubicBezTo>
                <a:lnTo>
                  <a:pt x="733" y="0"/>
                </a:lnTo>
                <a:close/>
              </a:path>
            </a:pathLst>
          </a:custGeom>
          <a:solidFill>
            <a:srgbClr val="FFFFFF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汉仪中宋简" panose="02010609000101010101" charset="-128"/>
            </a:endParaRPr>
          </a:p>
        </p:txBody>
      </p:sp>
    </p:spTree>
  </p:cSld>
  <p:clrMapOvr>
    <a:masterClrMapping/>
  </p:clrMapOvr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 flipH="1" flipV="1">
            <a:off x="0" y="-39370"/>
            <a:ext cx="12192000" cy="6897370"/>
            <a:chOff x="0" y="-62"/>
            <a:chExt cx="19200" cy="10862"/>
          </a:xfrm>
        </p:grpSpPr>
        <p:sp>
          <p:nvSpPr>
            <p:cNvPr id="8" name="任意多边形 7"/>
            <p:cNvSpPr/>
            <p:nvPr userDrawn="1"/>
          </p:nvSpPr>
          <p:spPr>
            <a:xfrm>
              <a:off x="0" y="3464"/>
              <a:ext cx="10851" cy="7336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10851" h="7336">
                  <a:moveTo>
                    <a:pt x="3244" y="0"/>
                  </a:moveTo>
                  <a:cubicBezTo>
                    <a:pt x="7349" y="0"/>
                    <a:pt x="10696" y="3250"/>
                    <a:pt x="10850" y="7318"/>
                  </a:cubicBezTo>
                  <a:lnTo>
                    <a:pt x="10851" y="7336"/>
                  </a:lnTo>
                  <a:lnTo>
                    <a:pt x="0" y="7336"/>
                  </a:lnTo>
                  <a:lnTo>
                    <a:pt x="0" y="724"/>
                  </a:lnTo>
                  <a:lnTo>
                    <a:pt x="27" y="711"/>
                  </a:lnTo>
                  <a:cubicBezTo>
                    <a:pt x="1004" y="255"/>
                    <a:pt x="2094" y="0"/>
                    <a:pt x="3244" y="0"/>
                  </a:cubicBezTo>
                  <a:close/>
                </a:path>
              </a:pathLst>
            </a:custGeom>
            <a:solidFill>
              <a:srgbClr val="425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汉仪中宋简" panose="02010609000101010101" charset="-128"/>
              </a:endParaRPr>
            </a:p>
          </p:txBody>
        </p:sp>
        <p:sp>
          <p:nvSpPr>
            <p:cNvPr id="9" name="任意多边形 8"/>
            <p:cNvSpPr/>
            <p:nvPr userDrawn="1"/>
          </p:nvSpPr>
          <p:spPr>
            <a:xfrm>
              <a:off x="0" y="-62"/>
              <a:ext cx="5053" cy="7312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5053" h="7312">
                  <a:moveTo>
                    <a:pt x="0" y="0"/>
                  </a:moveTo>
                  <a:lnTo>
                    <a:pt x="4681" y="0"/>
                  </a:lnTo>
                  <a:lnTo>
                    <a:pt x="4682" y="1"/>
                  </a:lnTo>
                  <a:cubicBezTo>
                    <a:pt x="4921" y="609"/>
                    <a:pt x="5053" y="1272"/>
                    <a:pt x="5053" y="1965"/>
                  </a:cubicBezTo>
                  <a:cubicBezTo>
                    <a:pt x="5053" y="4807"/>
                    <a:pt x="2839" y="7132"/>
                    <a:pt x="42" y="7309"/>
                  </a:cubicBezTo>
                  <a:lnTo>
                    <a:pt x="0" y="73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E1F7">
                <a:alpha val="8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汉仪中宋简" panose="02010609000101010101" charset="-128"/>
              </a:endParaRPr>
            </a:p>
          </p:txBody>
        </p:sp>
        <p:sp>
          <p:nvSpPr>
            <p:cNvPr id="10" name="任意多边形 9"/>
            <p:cNvSpPr/>
            <p:nvPr userDrawn="1"/>
          </p:nvSpPr>
          <p:spPr>
            <a:xfrm>
              <a:off x="1648" y="-62"/>
              <a:ext cx="17552" cy="10862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17552" h="10862">
                  <a:moveTo>
                    <a:pt x="355" y="0"/>
                  </a:moveTo>
                  <a:lnTo>
                    <a:pt x="17552" y="0"/>
                  </a:lnTo>
                  <a:lnTo>
                    <a:pt x="17552" y="8017"/>
                  </a:lnTo>
                  <a:lnTo>
                    <a:pt x="17548" y="8024"/>
                  </a:lnTo>
                  <a:cubicBezTo>
                    <a:pt x="16775" y="9151"/>
                    <a:pt x="15768" y="10105"/>
                    <a:pt x="14598" y="10816"/>
                  </a:cubicBezTo>
                  <a:lnTo>
                    <a:pt x="14521" y="10862"/>
                  </a:lnTo>
                  <a:lnTo>
                    <a:pt x="4705" y="10862"/>
                  </a:lnTo>
                  <a:lnTo>
                    <a:pt x="4628" y="10816"/>
                  </a:lnTo>
                  <a:cubicBezTo>
                    <a:pt x="1854" y="9130"/>
                    <a:pt x="0" y="6079"/>
                    <a:pt x="0" y="2595"/>
                  </a:cubicBezTo>
                  <a:cubicBezTo>
                    <a:pt x="0" y="1724"/>
                    <a:pt x="116" y="880"/>
                    <a:pt x="333" y="78"/>
                  </a:cubicBezTo>
                  <a:lnTo>
                    <a:pt x="355" y="0"/>
                  </a:lnTo>
                  <a:close/>
                </a:path>
              </a:pathLst>
            </a:custGeom>
            <a:solidFill>
              <a:srgbClr val="FAFAFA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汉仪中宋简" panose="02010609000101010101" charset="-128"/>
              </a:endParaRPr>
            </a:p>
          </p:txBody>
        </p:sp>
      </p:grpSp>
    </p:spTree>
  </p:cSld>
  <p:clrMapOvr>
    <a:masterClrMapping/>
  </p:clrMapOvr>
  <p:hf sldNum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>
            <a:grpSpLocks noChangeAspect="1"/>
          </p:cNvGrpSpPr>
          <p:nvPr userDrawn="1"/>
        </p:nvGrpSpPr>
        <p:grpSpPr>
          <a:xfrm>
            <a:off x="5179695" y="1499235"/>
            <a:ext cx="7012305" cy="5358765"/>
            <a:chOff x="5067" y="0"/>
            <a:chExt cx="14133" cy="10800"/>
          </a:xfrm>
        </p:grpSpPr>
        <p:sp>
          <p:nvSpPr>
            <p:cNvPr id="12" name="任意多边形 11"/>
            <p:cNvSpPr>
              <a:spLocks noChangeAspect="1"/>
            </p:cNvSpPr>
            <p:nvPr userDrawn="1"/>
          </p:nvSpPr>
          <p:spPr>
            <a:xfrm flipH="1">
              <a:off x="14348" y="7519"/>
              <a:ext cx="4852" cy="3281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10851" h="7336">
                  <a:moveTo>
                    <a:pt x="3244" y="0"/>
                  </a:moveTo>
                  <a:cubicBezTo>
                    <a:pt x="7349" y="0"/>
                    <a:pt x="10696" y="3250"/>
                    <a:pt x="10850" y="7318"/>
                  </a:cubicBezTo>
                  <a:lnTo>
                    <a:pt x="10851" y="7336"/>
                  </a:lnTo>
                  <a:lnTo>
                    <a:pt x="0" y="7336"/>
                  </a:lnTo>
                  <a:lnTo>
                    <a:pt x="0" y="724"/>
                  </a:lnTo>
                  <a:lnTo>
                    <a:pt x="27" y="711"/>
                  </a:lnTo>
                  <a:cubicBezTo>
                    <a:pt x="1004" y="255"/>
                    <a:pt x="2094" y="0"/>
                    <a:pt x="3244" y="0"/>
                  </a:cubicBezTo>
                  <a:close/>
                </a:path>
              </a:pathLst>
            </a:custGeom>
            <a:solidFill>
              <a:srgbClr val="425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汉仪中宋简" panose="02010609000101010101" charset="-128"/>
              </a:endParaRPr>
            </a:p>
          </p:txBody>
        </p:sp>
        <p:sp>
          <p:nvSpPr>
            <p:cNvPr id="15" name="任意多边形 14"/>
            <p:cNvSpPr/>
            <p:nvPr userDrawn="1"/>
          </p:nvSpPr>
          <p:spPr>
            <a:xfrm>
              <a:off x="17388" y="5975"/>
              <a:ext cx="1812" cy="3577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1812" h="3577">
                  <a:moveTo>
                    <a:pt x="1789" y="0"/>
                  </a:moveTo>
                  <a:lnTo>
                    <a:pt x="1812" y="0"/>
                  </a:lnTo>
                  <a:lnTo>
                    <a:pt x="1812" y="3577"/>
                  </a:lnTo>
                  <a:lnTo>
                    <a:pt x="1789" y="3577"/>
                  </a:lnTo>
                  <a:cubicBezTo>
                    <a:pt x="801" y="3577"/>
                    <a:pt x="0" y="2776"/>
                    <a:pt x="0" y="1789"/>
                  </a:cubicBezTo>
                  <a:cubicBezTo>
                    <a:pt x="0" y="801"/>
                    <a:pt x="801" y="0"/>
                    <a:pt x="1789" y="0"/>
                  </a:cubicBezTo>
                  <a:close/>
                </a:path>
              </a:pathLst>
            </a:custGeom>
            <a:solidFill>
              <a:srgbClr val="D0E1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汉仪中宋简" panose="02010609000101010101" charset="-128"/>
              </a:endParaRPr>
            </a:p>
          </p:txBody>
        </p:sp>
        <p:sp>
          <p:nvSpPr>
            <p:cNvPr id="16" name="任意多边形 15"/>
            <p:cNvSpPr/>
            <p:nvPr userDrawn="1"/>
          </p:nvSpPr>
          <p:spPr>
            <a:xfrm>
              <a:off x="5067" y="0"/>
              <a:ext cx="14133" cy="10800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14133" h="10800">
                  <a:moveTo>
                    <a:pt x="733" y="0"/>
                  </a:moveTo>
                  <a:lnTo>
                    <a:pt x="14133" y="0"/>
                  </a:lnTo>
                  <a:lnTo>
                    <a:pt x="14133" y="7877"/>
                  </a:lnTo>
                  <a:lnTo>
                    <a:pt x="14123" y="7891"/>
                  </a:lnTo>
                  <a:cubicBezTo>
                    <a:pt x="13127" y="9261"/>
                    <a:pt x="11697" y="10294"/>
                    <a:pt x="10034" y="10789"/>
                  </a:cubicBezTo>
                  <a:lnTo>
                    <a:pt x="9996" y="10800"/>
                  </a:lnTo>
                  <a:lnTo>
                    <a:pt x="5614" y="10800"/>
                  </a:lnTo>
                  <a:lnTo>
                    <a:pt x="5576" y="10789"/>
                  </a:lnTo>
                  <a:cubicBezTo>
                    <a:pt x="2351" y="9830"/>
                    <a:pt x="0" y="6843"/>
                    <a:pt x="0" y="3307"/>
                  </a:cubicBezTo>
                  <a:cubicBezTo>
                    <a:pt x="0" y="2128"/>
                    <a:pt x="261" y="1011"/>
                    <a:pt x="729" y="9"/>
                  </a:cubicBezTo>
                  <a:lnTo>
                    <a:pt x="733" y="0"/>
                  </a:lnTo>
                  <a:close/>
                </a:path>
              </a:pathLst>
            </a:custGeom>
            <a:solidFill>
              <a:srgbClr val="FF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汉仪中宋简" panose="02010609000101010101" charset="-128"/>
              </a:endParaRPr>
            </a:p>
          </p:txBody>
        </p:sp>
      </p:grpSp>
    </p:spTree>
  </p:cSld>
  <p:clrMapOvr>
    <a:masterClrMapping/>
  </p:clrMapOvr>
  <p:hf sldNum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sldNum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2026/7/7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hf sldNum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453650" y="0"/>
            <a:ext cx="54006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  <p:hf sldNum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  <p:hf sldNum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t>2026/7/7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t>2026/7/7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汉仪中宋简" panose="02010609000101010101" charset="-128"/>
                <a:ea typeface="汉仪中宋简" panose="02010609000101010101" charset="-128"/>
                <a:cs typeface="汉仪中宋简" panose="02010609000101010101" charset="-128"/>
              </a:defRPr>
            </a:lvl1pPr>
          </a:lstStyle>
          <a:p>
            <a:fld id="{760FBDFE-C587-4B4C-A407-44438C67B59E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汉仪中宋简" panose="02010609000101010101" charset="-128"/>
                <a:ea typeface="汉仪中宋简" panose="02010609000101010101" charset="-128"/>
                <a:cs typeface="汉仪中宋简" panose="02010609000101010101" charset="-128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汉仪中宋简" panose="02010609000101010101" charset="-128"/>
                <a:ea typeface="汉仪中宋简" panose="02010609000101010101" charset="-128"/>
                <a:cs typeface="汉仪中宋简" panose="02010609000101010101" charset="-128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汉仪中宋简" panose="02010609000101010101" charset="-128"/>
          <a:ea typeface="汉仪中宋简" panose="02010609000101010101" charset="-128"/>
          <a:cs typeface="汉仪中宋简" panose="02010609000101010101" charset="-128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汉仪中宋简" panose="02010609000101010101" charset="-128"/>
          <a:ea typeface="汉仪中宋简" panose="02010609000101010101" charset="-128"/>
          <a:cs typeface="汉仪中宋简" panose="02010609000101010101" charset="-128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汉仪中宋简" panose="02010609000101010101" charset="-128"/>
          <a:ea typeface="汉仪中宋简" panose="02010609000101010101" charset="-128"/>
          <a:cs typeface="汉仪中宋简" panose="02010609000101010101" charset="-128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汉仪中宋简" panose="02010609000101010101" charset="-128"/>
          <a:ea typeface="汉仪中宋简" panose="02010609000101010101" charset="-128"/>
          <a:cs typeface="汉仪中宋简" panose="02010609000101010101" charset="-128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汉仪中宋简" panose="02010609000101010101" charset="-128"/>
          <a:ea typeface="汉仪中宋简" panose="02010609000101010101" charset="-128"/>
          <a:cs typeface="汉仪中宋简" panose="02010609000101010101" charset="-128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汉仪中宋简" panose="02010609000101010101" charset="-128"/>
          <a:ea typeface="汉仪中宋简" panose="02010609000101010101" charset="-128"/>
          <a:cs typeface="汉仪中宋简" panose="02010609000101010101" charset="-12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3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3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4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7" Type="http://schemas.openxmlformats.org/officeDocument/2006/relationships/image" Target="../media/image1.png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4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7" Type="http://schemas.openxmlformats.org/officeDocument/2006/relationships/image" Target="../media/image2.png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4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7" Type="http://schemas.openxmlformats.org/officeDocument/2006/relationships/image" Target="../media/image3.png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5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5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5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6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6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7" Type="http://schemas.openxmlformats.org/officeDocument/2006/relationships/image" Target="../media/image4.png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7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7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7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8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8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86.xml"/><Relationship Id="rId7" Type="http://schemas.openxmlformats.org/officeDocument/2006/relationships/image" Target="../media/image5.png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8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8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9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95.xml"/><Relationship Id="rId7" Type="http://schemas.openxmlformats.org/officeDocument/2006/relationships/image" Target="../media/image6.png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9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99.xml"/><Relationship Id="rId7" Type="http://schemas.openxmlformats.org/officeDocument/2006/relationships/image" Target="../media/image7.png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100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tags" Target="../tags/tag103.xml"/><Relationship Id="rId7" Type="http://schemas.openxmlformats.org/officeDocument/2006/relationships/image" Target="../media/image8.png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104.xml"/><Relationship Id="rId9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107.xml"/><Relationship Id="rId7" Type="http://schemas.openxmlformats.org/officeDocument/2006/relationships/image" Target="../media/image11.png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10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111.xml"/><Relationship Id="rId7" Type="http://schemas.openxmlformats.org/officeDocument/2006/relationships/image" Target="../media/image12.png"/><Relationship Id="rId2" Type="http://schemas.openxmlformats.org/officeDocument/2006/relationships/tags" Target="../tags/tag110.xml"/><Relationship Id="rId1" Type="http://schemas.openxmlformats.org/officeDocument/2006/relationships/tags" Target="../tags/tag109.xml"/><Relationship Id="rId6" Type="http://schemas.openxmlformats.org/officeDocument/2006/relationships/notesSlide" Target="../notesSlides/notesSlide25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1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115.xml"/><Relationship Id="rId7" Type="http://schemas.openxmlformats.org/officeDocument/2006/relationships/image" Target="../media/image12.png"/><Relationship Id="rId2" Type="http://schemas.openxmlformats.org/officeDocument/2006/relationships/tags" Target="../tags/tag114.xml"/><Relationship Id="rId1" Type="http://schemas.openxmlformats.org/officeDocument/2006/relationships/tags" Target="../tags/tag113.xml"/><Relationship Id="rId6" Type="http://schemas.openxmlformats.org/officeDocument/2006/relationships/notesSlide" Target="../notesSlides/notesSlide26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11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" Type="http://schemas.openxmlformats.org/officeDocument/2006/relationships/tags" Target="../tags/tag117.xml"/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 29"/>
          <p:cNvSpPr txBox="1"/>
          <p:nvPr/>
        </p:nvSpPr>
        <p:spPr>
          <a:xfrm>
            <a:off x="3614709" y="983254"/>
            <a:ext cx="846645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>
                <a:solidFill>
                  <a:srgbClr val="324769"/>
                </a:solidFill>
                <a:cs typeface="+mn-ea"/>
                <a:sym typeface="+mn-lt"/>
              </a:rPr>
              <a:t>PANGOLIN: Fuzzing Multilingual IoT Firmware with LLM-Driven Code Analysis</a:t>
            </a:r>
            <a:endParaRPr lang="zh-CN" altLang="en-US" sz="4800" b="1" dirty="0">
              <a:solidFill>
                <a:srgbClr val="324769"/>
              </a:solidFill>
              <a:cs typeface="+mn-ea"/>
              <a:sym typeface="+mn-lt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7114310" y="4924738"/>
            <a:ext cx="4807527" cy="371476"/>
          </a:xfrm>
          <a:prstGeom prst="roundRect">
            <a:avLst>
              <a:gd name="adj" fmla="val 50000"/>
            </a:avLst>
          </a:prstGeom>
          <a:solidFill>
            <a:srgbClr val="D0E1F7"/>
          </a:solidFill>
          <a:ln>
            <a:solidFill>
              <a:srgbClr val="425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324769"/>
                </a:solidFill>
                <a:cs typeface="+mn-ea"/>
                <a:sym typeface="+mn-lt"/>
              </a:rPr>
              <a:t>汇报人：卫子涵</a:t>
            </a:r>
            <a:endParaRPr lang="zh-CN" altLang="en-US" dirty="0">
              <a:solidFill>
                <a:srgbClr val="ACBBDB"/>
              </a:solidFill>
              <a:cs typeface="+mn-ea"/>
              <a:sym typeface="+mn-lt"/>
            </a:endParaRPr>
          </a:p>
        </p:txBody>
      </p:sp>
      <p:grpSp>
        <p:nvGrpSpPr>
          <p:cNvPr id="44" name="组合 43"/>
          <p:cNvGrpSpPr/>
          <p:nvPr/>
        </p:nvGrpSpPr>
        <p:grpSpPr bwMode="auto">
          <a:xfrm>
            <a:off x="3153093" y="-315"/>
            <a:ext cx="1109663" cy="1131887"/>
            <a:chOff x="2666985" y="682103"/>
            <a:chExt cx="1109138" cy="1131217"/>
          </a:xfrm>
        </p:grpSpPr>
        <p:sp>
          <p:nvSpPr>
            <p:cNvPr id="45" name="矩形 44"/>
            <p:cNvSpPr/>
            <p:nvPr>
              <p:custDataLst>
                <p:tags r:id="rId2"/>
              </p:custDataLst>
            </p:nvPr>
          </p:nvSpPr>
          <p:spPr>
            <a:xfrm>
              <a:off x="2841528" y="858211"/>
              <a:ext cx="769573" cy="769482"/>
            </a:xfrm>
            <a:prstGeom prst="rect">
              <a:avLst/>
            </a:prstGeom>
            <a:solidFill>
              <a:srgbClr val="0448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6" name="矩形 45"/>
            <p:cNvSpPr/>
            <p:nvPr>
              <p:custDataLst>
                <p:tags r:id="rId3"/>
              </p:custDataLst>
            </p:nvPr>
          </p:nvSpPr>
          <p:spPr>
            <a:xfrm>
              <a:off x="2666985" y="682103"/>
              <a:ext cx="558536" cy="55846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矩形 46"/>
            <p:cNvSpPr/>
            <p:nvPr>
              <p:custDataLst>
                <p:tags r:id="rId4"/>
              </p:custDataLst>
            </p:nvPr>
          </p:nvSpPr>
          <p:spPr>
            <a:xfrm>
              <a:off x="3217587" y="1254851"/>
              <a:ext cx="558536" cy="55846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8" name="圆角矩形 33">
            <a:extLst>
              <a:ext uri="{FF2B5EF4-FFF2-40B4-BE49-F238E27FC236}">
                <a16:creationId xmlns:a16="http://schemas.microsoft.com/office/drawing/2014/main" id="{F2AA5355-01CF-4E28-A3F4-40D98DE9EA27}"/>
              </a:ext>
            </a:extLst>
          </p:cNvPr>
          <p:cNvSpPr/>
          <p:nvPr/>
        </p:nvSpPr>
        <p:spPr>
          <a:xfrm>
            <a:off x="7114310" y="5607878"/>
            <a:ext cx="4807527" cy="371476"/>
          </a:xfrm>
          <a:prstGeom prst="roundRect">
            <a:avLst>
              <a:gd name="adj" fmla="val 50000"/>
            </a:avLst>
          </a:prstGeom>
          <a:solidFill>
            <a:srgbClr val="D0E1F7"/>
          </a:solidFill>
          <a:ln>
            <a:solidFill>
              <a:srgbClr val="425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324769"/>
                </a:solidFill>
                <a:cs typeface="+mn-ea"/>
                <a:sym typeface="+mn-lt"/>
              </a:rPr>
              <a:t>时间：</a:t>
            </a:r>
            <a:r>
              <a:rPr lang="en-US" altLang="zh-CN" dirty="0">
                <a:solidFill>
                  <a:srgbClr val="324769"/>
                </a:solidFill>
                <a:cs typeface="+mn-ea"/>
                <a:sym typeface="+mn-lt"/>
              </a:rPr>
              <a:t>2026.7.7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2063404" y="2684869"/>
            <a:ext cx="88398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dirty="0">
                <a:solidFill>
                  <a:srgbClr val="324769"/>
                </a:solidFill>
                <a:cs typeface="+mn-ea"/>
                <a:sym typeface="+mn-lt"/>
              </a:rPr>
              <a:t>Intro and Contribution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84785" y="2346960"/>
            <a:ext cx="1684020" cy="1445260"/>
            <a:chOff x="909" y="4569"/>
            <a:chExt cx="2652" cy="2276"/>
          </a:xfrm>
        </p:grpSpPr>
        <p:sp>
          <p:nvSpPr>
            <p:cNvPr id="12" name="椭圆 11"/>
            <p:cNvSpPr/>
            <p:nvPr/>
          </p:nvSpPr>
          <p:spPr>
            <a:xfrm>
              <a:off x="2306" y="4674"/>
              <a:ext cx="957" cy="957"/>
            </a:xfrm>
            <a:prstGeom prst="ellipse">
              <a:avLst/>
            </a:prstGeom>
            <a:solidFill>
              <a:srgbClr val="D0E1F7">
                <a:alpha val="6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909" y="4569"/>
              <a:ext cx="2653" cy="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800" dirty="0">
                  <a:solidFill>
                    <a:srgbClr val="324769"/>
                  </a:solidFill>
                  <a:cs typeface="+mn-ea"/>
                  <a:sym typeface="+mn-lt"/>
                </a:rPr>
                <a:t>01</a:t>
              </a:r>
            </a:p>
          </p:txBody>
        </p:sp>
      </p:grpSp>
      <p:cxnSp>
        <p:nvCxnSpPr>
          <p:cNvPr id="32" name="直接连接符 31"/>
          <p:cNvCxnSpPr/>
          <p:nvPr/>
        </p:nvCxnSpPr>
        <p:spPr>
          <a:xfrm>
            <a:off x="530225" y="3720465"/>
            <a:ext cx="5784850" cy="0"/>
          </a:xfrm>
          <a:prstGeom prst="line">
            <a:avLst/>
          </a:prstGeom>
          <a:ln w="28575" cmpd="thickThin">
            <a:solidFill>
              <a:srgbClr val="3247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11"/>
    </mc:Choice>
    <mc:Fallback xmlns="">
      <p:transition spd="slow" advTm="501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/>
        </p:nvSpPr>
        <p:spPr>
          <a:xfrm>
            <a:off x="137160" y="186690"/>
            <a:ext cx="236855" cy="236855"/>
          </a:xfrm>
          <a:prstGeom prst="ellipse">
            <a:avLst/>
          </a:prstGeom>
          <a:solidFill>
            <a:srgbClr val="ACBBDB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083944" y="326688"/>
            <a:ext cx="58883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Intro and Contribution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80010" y="198120"/>
            <a:ext cx="1003935" cy="768350"/>
            <a:chOff x="1417" y="1412"/>
            <a:chExt cx="1581" cy="1210"/>
          </a:xfrm>
        </p:grpSpPr>
        <p:sp>
          <p:nvSpPr>
            <p:cNvPr id="3" name="椭圆 2"/>
            <p:cNvSpPr/>
            <p:nvPr>
              <p:custDataLst>
                <p:tags r:id="rId3"/>
              </p:custDataLst>
            </p:nvPr>
          </p:nvSpPr>
          <p:spPr>
            <a:xfrm>
              <a:off x="1617" y="1426"/>
              <a:ext cx="1182" cy="1182"/>
            </a:xfrm>
            <a:prstGeom prst="ellipse">
              <a:avLst/>
            </a:prstGeom>
            <a:solidFill>
              <a:srgbClr val="425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50" name="文本框 49"/>
            <p:cNvSpPr txBox="1"/>
            <p:nvPr>
              <p:custDataLst>
                <p:tags r:id="rId4"/>
              </p:custDataLst>
            </p:nvPr>
          </p:nvSpPr>
          <p:spPr>
            <a:xfrm>
              <a:off x="1417" y="1412"/>
              <a:ext cx="1581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01</a:t>
              </a:r>
            </a:p>
          </p:txBody>
        </p:sp>
      </p:grp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1425600" y="1670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8" name="Rectangle 6"/>
          <p:cNvSpPr>
            <a:spLocks noChangeArrowheads="1"/>
          </p:cNvSpPr>
          <p:nvPr/>
        </p:nvSpPr>
        <p:spPr bwMode="auto">
          <a:xfrm>
            <a:off x="374015" y="481056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 dirty="0"/>
          </a:p>
        </p:txBody>
      </p:sp>
      <p:sp>
        <p:nvSpPr>
          <p:cNvPr id="36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C03CC48-1FCA-46CD-9997-3EB0AE077AAB}"/>
              </a:ext>
            </a:extLst>
          </p:cNvPr>
          <p:cNvSpPr txBox="1"/>
          <p:nvPr/>
        </p:nvSpPr>
        <p:spPr>
          <a:xfrm>
            <a:off x="626703" y="976540"/>
            <a:ext cx="10568968" cy="525310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多语言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IoT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固件通常使用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C/C++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二进制、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Lua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等多种语言共同实现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Web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管理服务。这种架构提升了设备功能扩展和维护能力，但也给漏洞挖掘带来了新的困难：</a:t>
            </a:r>
            <a:r>
              <a:rPr lang="zh-CN" altLang="en-US" sz="2000" b="1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后端接口可能分散在不同语言模块中，参数解析也可能跨越脚本和二进制程序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。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现有方法存在明显不足。静态分析工具通常只支持单一语言或二进制程序，难以处理跨语言调用；而现有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IoT fuzzing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方法大多依赖前端流量作为初始种子，无法发现大量未暴露在 </a:t>
            </a:r>
            <a:r>
              <a:rPr lang="en-US" altLang="zh-CN" sz="2000" dirty="0" err="1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WebUI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中的隐藏接口，也难以构造复杂的层级参数结构。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为解决这些问题，论文提出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PANGOLIN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。它利用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LLM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分析后端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dispatch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机制，自动识别接口及其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handler point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；随后构建并裁剪多语言调用图，生成参数结构、固定值、路由值和可变异字段；最后结合响应反馈修正参数规范，并用这些语义信息指导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fuzzing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。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Dispatch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：根据请求中的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URI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query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body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参数，把这个请求分发到真正负责处理它的后端函数。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endParaRPr lang="zh-CN" altLang="en-US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97406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526"/>
    </mc:Choice>
    <mc:Fallback xmlns="">
      <p:transition spd="slow" advTm="183526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/>
        </p:nvSpPr>
        <p:spPr>
          <a:xfrm>
            <a:off x="137160" y="186690"/>
            <a:ext cx="236855" cy="236855"/>
          </a:xfrm>
          <a:prstGeom prst="ellipse">
            <a:avLst/>
          </a:prstGeom>
          <a:solidFill>
            <a:srgbClr val="ACBBDB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083944" y="326688"/>
            <a:ext cx="58883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Intro and Contribution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80010" y="198120"/>
            <a:ext cx="1003935" cy="768350"/>
            <a:chOff x="1417" y="1412"/>
            <a:chExt cx="1581" cy="1210"/>
          </a:xfrm>
        </p:grpSpPr>
        <p:sp>
          <p:nvSpPr>
            <p:cNvPr id="3" name="椭圆 2"/>
            <p:cNvSpPr/>
            <p:nvPr>
              <p:custDataLst>
                <p:tags r:id="rId3"/>
              </p:custDataLst>
            </p:nvPr>
          </p:nvSpPr>
          <p:spPr>
            <a:xfrm>
              <a:off x="1617" y="1426"/>
              <a:ext cx="1182" cy="1182"/>
            </a:xfrm>
            <a:prstGeom prst="ellipse">
              <a:avLst/>
            </a:prstGeom>
            <a:solidFill>
              <a:srgbClr val="425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50" name="文本框 49"/>
            <p:cNvSpPr txBox="1"/>
            <p:nvPr>
              <p:custDataLst>
                <p:tags r:id="rId4"/>
              </p:custDataLst>
            </p:nvPr>
          </p:nvSpPr>
          <p:spPr>
            <a:xfrm>
              <a:off x="1417" y="1412"/>
              <a:ext cx="1581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01</a:t>
              </a:r>
            </a:p>
          </p:txBody>
        </p:sp>
      </p:grp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1425600" y="1670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8" name="Rectangle 6"/>
          <p:cNvSpPr>
            <a:spLocks noChangeArrowheads="1"/>
          </p:cNvSpPr>
          <p:nvPr/>
        </p:nvSpPr>
        <p:spPr bwMode="auto">
          <a:xfrm>
            <a:off x="374015" y="481056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 dirty="0"/>
          </a:p>
        </p:txBody>
      </p:sp>
      <p:sp>
        <p:nvSpPr>
          <p:cNvPr id="36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C03CC48-1FCA-46CD-9997-3EB0AE077AAB}"/>
              </a:ext>
            </a:extLst>
          </p:cNvPr>
          <p:cNvSpPr txBox="1"/>
          <p:nvPr/>
        </p:nvSpPr>
        <p:spPr>
          <a:xfrm>
            <a:off x="626703" y="976540"/>
            <a:ext cx="10568968" cy="3098669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本文的主要贡献是：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b="1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贡献</a:t>
            </a:r>
            <a:r>
              <a:rPr lang="en-US" altLang="zh-CN" sz="2000" b="1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000" b="1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提出了一种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LLM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驱动的方法，能够提取多语言物联网固件的接口和参数规格，并基于响应的反馈以获得正确的参数规范。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b="1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贡献</a:t>
            </a:r>
            <a:r>
              <a:rPr lang="en-US" altLang="zh-CN" sz="2000" b="1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000" b="1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我们实现了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PANGOLIN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原型系统，这是一种适用于物理设备的新型实用模糊测试方法，能够有效检测复杂多语言物联网设备的漏洞。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b="1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贡献</a:t>
            </a:r>
            <a:r>
              <a:rPr lang="en-US" altLang="zh-CN" sz="2000" b="1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000" b="1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8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家知名厂商的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12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款多语言物联网设备上评估了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PANGOLIN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，成功识别出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68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个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0-day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漏洞。截至目前，所有漏洞均已由厂商确认，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31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个漏洞已被分配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ID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。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03043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526"/>
    </mc:Choice>
    <mc:Fallback xmlns="">
      <p:transition spd="slow" advTm="183526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2074430" y="2717482"/>
            <a:ext cx="95873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4400" b="1">
                <a:solidFill>
                  <a:srgbClr val="324769"/>
                </a:solidFill>
                <a:latin typeface="Arial" panose="020B0604020202020204"/>
                <a:ea typeface="微软雅黑" panose="020B0503020204020204" pitchFamily="34" charset="-122"/>
                <a:cs typeface="汉仪中宋简" panose="02010609000101010101" charset="-128"/>
              </a:defRPr>
            </a:lvl1pPr>
          </a:lstStyle>
          <a:p>
            <a:pPr algn="l"/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Background and Motivation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84785" y="2346960"/>
            <a:ext cx="1684655" cy="1445260"/>
            <a:chOff x="909" y="4569"/>
            <a:chExt cx="2653" cy="2276"/>
          </a:xfrm>
        </p:grpSpPr>
        <p:sp>
          <p:nvSpPr>
            <p:cNvPr id="12" name="椭圆 11"/>
            <p:cNvSpPr/>
            <p:nvPr/>
          </p:nvSpPr>
          <p:spPr>
            <a:xfrm>
              <a:off x="2306" y="4674"/>
              <a:ext cx="957" cy="957"/>
            </a:xfrm>
            <a:prstGeom prst="ellipse">
              <a:avLst/>
            </a:prstGeom>
            <a:solidFill>
              <a:srgbClr val="D0E1F7">
                <a:alpha val="6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909" y="4569"/>
              <a:ext cx="2653" cy="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800" dirty="0">
                  <a:solidFill>
                    <a:srgbClr val="324769"/>
                  </a:solidFill>
                  <a:cs typeface="+mn-ea"/>
                  <a:sym typeface="+mn-lt"/>
                </a:rPr>
                <a:t>02</a:t>
              </a:r>
            </a:p>
          </p:txBody>
        </p:sp>
      </p:grpSp>
      <p:cxnSp>
        <p:nvCxnSpPr>
          <p:cNvPr id="32" name="直接连接符 31"/>
          <p:cNvCxnSpPr/>
          <p:nvPr/>
        </p:nvCxnSpPr>
        <p:spPr>
          <a:xfrm>
            <a:off x="530225" y="3720465"/>
            <a:ext cx="5784850" cy="0"/>
          </a:xfrm>
          <a:prstGeom prst="line">
            <a:avLst/>
          </a:prstGeom>
          <a:ln w="28575" cmpd="thickThin">
            <a:solidFill>
              <a:srgbClr val="3247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16"/>
    </mc:Choice>
    <mc:Fallback xmlns="">
      <p:transition spd="slow" advTm="7316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/>
        </p:nvSpPr>
        <p:spPr>
          <a:xfrm>
            <a:off x="137160" y="186690"/>
            <a:ext cx="236855" cy="236855"/>
          </a:xfrm>
          <a:prstGeom prst="ellipse">
            <a:avLst/>
          </a:prstGeom>
          <a:solidFill>
            <a:srgbClr val="ACBBDB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083944" y="326688"/>
            <a:ext cx="91285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Background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80010" y="198120"/>
            <a:ext cx="1003935" cy="768350"/>
            <a:chOff x="1417" y="1412"/>
            <a:chExt cx="1581" cy="1210"/>
          </a:xfrm>
        </p:grpSpPr>
        <p:sp>
          <p:nvSpPr>
            <p:cNvPr id="3" name="椭圆 2"/>
            <p:cNvSpPr/>
            <p:nvPr>
              <p:custDataLst>
                <p:tags r:id="rId3"/>
              </p:custDataLst>
            </p:nvPr>
          </p:nvSpPr>
          <p:spPr>
            <a:xfrm>
              <a:off x="1617" y="1426"/>
              <a:ext cx="1182" cy="1182"/>
            </a:xfrm>
            <a:prstGeom prst="ellipse">
              <a:avLst/>
            </a:prstGeom>
            <a:solidFill>
              <a:srgbClr val="425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50" name="文本框 49"/>
            <p:cNvSpPr txBox="1"/>
            <p:nvPr>
              <p:custDataLst>
                <p:tags r:id="rId4"/>
              </p:custDataLst>
            </p:nvPr>
          </p:nvSpPr>
          <p:spPr>
            <a:xfrm>
              <a:off x="1417" y="1412"/>
              <a:ext cx="1581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02</a:t>
              </a:r>
            </a:p>
          </p:txBody>
        </p:sp>
      </p:grp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1425600" y="1670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8" name="Rectangle 6"/>
          <p:cNvSpPr>
            <a:spLocks noChangeArrowheads="1"/>
          </p:cNvSpPr>
          <p:nvPr/>
        </p:nvSpPr>
        <p:spPr bwMode="auto">
          <a:xfrm>
            <a:off x="374015" y="481056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 dirty="0"/>
          </a:p>
        </p:txBody>
      </p:sp>
      <p:sp>
        <p:nvSpPr>
          <p:cNvPr id="36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410A983-37E3-D3D9-A271-0B5BDD103C7C}"/>
              </a:ext>
            </a:extLst>
          </p:cNvPr>
          <p:cNvSpPr txBox="1"/>
          <p:nvPr/>
        </p:nvSpPr>
        <p:spPr>
          <a:xfrm>
            <a:off x="631673" y="780653"/>
            <a:ext cx="10568968" cy="452983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现代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IoT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设备的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Web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管理服务通常不是单一的二进制程序，而是由多种语言共同实现，例如：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Lua / Python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脚本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+ C/C++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二进制程序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+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动态链接库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用户通过 </a:t>
            </a:r>
            <a:r>
              <a:rPr lang="en-US" altLang="zh-CN" sz="2000" dirty="0" err="1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WebUI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、手机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App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或云平台发送请求后，后端会根据请求中的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URI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query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或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body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字段进行分发。这个过程可以抽象成：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Request → Dispatch → Entry URI → Handler Point →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后续脚本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二进制函数调用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其中：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Entry URI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：后端用于识别接口的入口，例如 </a:t>
            </a:r>
            <a:r>
              <a:rPr lang="en-US" altLang="zh-CN" sz="2000" dirty="0">
                <a:latin typeface="Consolas" panose="020B0609020204030204" pitchFamily="49" charset="0"/>
                <a:ea typeface="苹方 中等" panose="020B0400000000000000" pitchFamily="34" charset="-122"/>
                <a:cs typeface="Times New Roman" panose="02020603050405020304" pitchFamily="18" charset="0"/>
              </a:rPr>
              <a:t>/rest/</a:t>
            </a:r>
            <a:r>
              <a:rPr lang="en-US" altLang="zh-CN" sz="2000" dirty="0" err="1">
                <a:latin typeface="Consolas" panose="020B0609020204030204" pitchFamily="49" charset="0"/>
                <a:ea typeface="苹方 中等" panose="020B0400000000000000" pitchFamily="34" charset="-122"/>
                <a:cs typeface="Times New Roman" panose="02020603050405020304" pitchFamily="18" charset="0"/>
              </a:rPr>
              <a:t>login?action</a:t>
            </a:r>
            <a:r>
              <a:rPr lang="en-US" altLang="zh-CN" sz="2000" dirty="0">
                <a:latin typeface="Consolas" panose="020B0609020204030204" pitchFamily="49" charset="0"/>
                <a:ea typeface="苹方 中等" panose="020B0400000000000000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000" dirty="0" err="1">
                <a:latin typeface="Consolas" panose="020B0609020204030204" pitchFamily="49" charset="0"/>
                <a:ea typeface="苹方 中等" panose="020B0400000000000000" pitchFamily="34" charset="-122"/>
                <a:cs typeface="Times New Roman" panose="02020603050405020304" pitchFamily="18" charset="0"/>
              </a:rPr>
              <a:t>cr_user</a:t>
            </a:r>
            <a:endParaRPr lang="en-US" altLang="zh-CN" sz="2000" dirty="0">
              <a:latin typeface="Consolas" panose="020B0609020204030204" pitchFamily="49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Handler Point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：处理请求参数的后端函数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Hybrid Call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：脚本和二进制程序之间的混合调用，例如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Lua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调用二进制程序，二进制程序再加载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.so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插件。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C6417500-A8ED-4AA8-91B3-C1F97F50F3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95600" y="4809329"/>
            <a:ext cx="7578436" cy="207123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526"/>
    </mc:Choice>
    <mc:Fallback xmlns="">
      <p:transition spd="slow" advTm="183526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/>
        </p:nvSpPr>
        <p:spPr>
          <a:xfrm>
            <a:off x="137160" y="186690"/>
            <a:ext cx="236855" cy="236855"/>
          </a:xfrm>
          <a:prstGeom prst="ellipse">
            <a:avLst/>
          </a:prstGeom>
          <a:solidFill>
            <a:srgbClr val="ACBBDB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083945" y="326688"/>
            <a:ext cx="9217964" cy="523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Motivation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80010" y="198120"/>
            <a:ext cx="1003935" cy="768350"/>
            <a:chOff x="1417" y="1412"/>
            <a:chExt cx="1581" cy="1210"/>
          </a:xfrm>
        </p:grpSpPr>
        <p:sp>
          <p:nvSpPr>
            <p:cNvPr id="3" name="椭圆 2"/>
            <p:cNvSpPr/>
            <p:nvPr>
              <p:custDataLst>
                <p:tags r:id="rId3"/>
              </p:custDataLst>
            </p:nvPr>
          </p:nvSpPr>
          <p:spPr>
            <a:xfrm>
              <a:off x="1617" y="1426"/>
              <a:ext cx="1182" cy="1182"/>
            </a:xfrm>
            <a:prstGeom prst="ellipse">
              <a:avLst/>
            </a:prstGeom>
            <a:solidFill>
              <a:srgbClr val="425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50" name="文本框 49"/>
            <p:cNvSpPr txBox="1"/>
            <p:nvPr>
              <p:custDataLst>
                <p:tags r:id="rId4"/>
              </p:custDataLst>
            </p:nvPr>
          </p:nvSpPr>
          <p:spPr>
            <a:xfrm>
              <a:off x="1417" y="1412"/>
              <a:ext cx="1581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02</a:t>
              </a:r>
            </a:p>
          </p:txBody>
        </p:sp>
      </p:grp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1425600" y="1670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8" name="Rectangle 6"/>
          <p:cNvSpPr>
            <a:spLocks noChangeArrowheads="1"/>
          </p:cNvSpPr>
          <p:nvPr/>
        </p:nvSpPr>
        <p:spPr bwMode="auto">
          <a:xfrm>
            <a:off x="374015" y="481056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 dirty="0"/>
          </a:p>
        </p:txBody>
      </p:sp>
      <p:sp>
        <p:nvSpPr>
          <p:cNvPr id="36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410A983-37E3-D3D9-A271-0B5BDD103C7C}"/>
              </a:ext>
            </a:extLst>
          </p:cNvPr>
          <p:cNvSpPr txBox="1"/>
          <p:nvPr/>
        </p:nvSpPr>
        <p:spPr>
          <a:xfrm>
            <a:off x="626703" y="976540"/>
            <a:ext cx="4984388" cy="6376489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传统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IoT fuzzing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通常依赖前端 </a:t>
            </a:r>
            <a:r>
              <a:rPr lang="en-US" altLang="zh-CN" sz="2000" dirty="0" err="1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WebUI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暴露出来的接口和参数格式。也就是说，研究者先抓取浏览器或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App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发送的请求，然后基于这些请求做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mutation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。但这种方式有两个核心问题：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问题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1.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大量隐藏接口不在前端暴露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有些接口没有出现在 </a:t>
            </a:r>
            <a:r>
              <a:rPr lang="en-US" altLang="zh-CN" sz="2000" dirty="0" err="1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WebUI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中，但后端代码仍然支持它们。论文把这类接口称为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hidden interfaces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。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其中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/rest/login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是第一层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dispatch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action=</a:t>
            </a:r>
            <a:r>
              <a:rPr lang="en-US" altLang="zh-CN" sz="2000" dirty="0" err="1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cr_user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是第二层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dispatch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。</a:t>
            </a:r>
            <a:r>
              <a:rPr lang="en-US" altLang="zh-CN" sz="2000" dirty="0" err="1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cr_user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这个隐藏子接口并没有出现在前端页面中，但后端仍然会处理它，并最终进入存在命令注入风险的函数。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C150EC7-A6E7-4CDE-8AE0-CA55868709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6048" y="966470"/>
            <a:ext cx="5950585" cy="427624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915A28E-7555-439A-9615-13A29AD77040}"/>
              </a:ext>
            </a:extLst>
          </p:cNvPr>
          <p:cNvSpPr txBox="1"/>
          <p:nvPr/>
        </p:nvSpPr>
        <p:spPr>
          <a:xfrm>
            <a:off x="5754487" y="5331950"/>
            <a:ext cx="6073706" cy="867289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如果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fuzzing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只依赖前端流量，就</a:t>
            </a:r>
            <a:r>
              <a:rPr lang="zh-CN" altLang="en-US" sz="2000" dirty="0">
                <a:solidFill>
                  <a:srgbClr val="C00000"/>
                </a:solidFill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根本不会生成关于这个接口的用例，也就无法发现对应漏洞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70763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526"/>
    </mc:Choice>
    <mc:Fallback xmlns="">
      <p:transition spd="slow" advTm="183526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/>
        </p:nvSpPr>
        <p:spPr>
          <a:xfrm>
            <a:off x="137160" y="186690"/>
            <a:ext cx="236855" cy="236855"/>
          </a:xfrm>
          <a:prstGeom prst="ellipse">
            <a:avLst/>
          </a:prstGeom>
          <a:solidFill>
            <a:srgbClr val="ACBBDB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083945" y="326688"/>
            <a:ext cx="9217964" cy="523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Motivation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80010" y="198120"/>
            <a:ext cx="1003935" cy="768350"/>
            <a:chOff x="1417" y="1412"/>
            <a:chExt cx="1581" cy="1210"/>
          </a:xfrm>
        </p:grpSpPr>
        <p:sp>
          <p:nvSpPr>
            <p:cNvPr id="3" name="椭圆 2"/>
            <p:cNvSpPr/>
            <p:nvPr>
              <p:custDataLst>
                <p:tags r:id="rId3"/>
              </p:custDataLst>
            </p:nvPr>
          </p:nvSpPr>
          <p:spPr>
            <a:xfrm>
              <a:off x="1617" y="1426"/>
              <a:ext cx="1182" cy="1182"/>
            </a:xfrm>
            <a:prstGeom prst="ellipse">
              <a:avLst/>
            </a:prstGeom>
            <a:solidFill>
              <a:srgbClr val="425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50" name="文本框 49"/>
            <p:cNvSpPr txBox="1"/>
            <p:nvPr>
              <p:custDataLst>
                <p:tags r:id="rId4"/>
              </p:custDataLst>
            </p:nvPr>
          </p:nvSpPr>
          <p:spPr>
            <a:xfrm>
              <a:off x="1417" y="1412"/>
              <a:ext cx="1581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02</a:t>
              </a:r>
            </a:p>
          </p:txBody>
        </p:sp>
      </p:grp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1425600" y="1670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6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410A983-37E3-D3D9-A271-0B5BDD103C7C}"/>
              </a:ext>
            </a:extLst>
          </p:cNvPr>
          <p:cNvSpPr txBox="1"/>
          <p:nvPr/>
        </p:nvSpPr>
        <p:spPr>
          <a:xfrm>
            <a:off x="626702" y="976540"/>
            <a:ext cx="5469297" cy="461838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问题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2.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参数结构非常复杂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即使找到了接口，也不一定能触发漏洞，因为多语言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IoT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设备中的参数往往有复杂的层级结构和语义约束。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method = call</a:t>
            </a:r>
            <a:b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</a:b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→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调用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Lua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中的 </a:t>
            </a:r>
            <a:r>
              <a:rPr lang="en-US" altLang="zh-CN" sz="2000" dirty="0" err="1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rpc_method_call</a:t>
            </a:r>
            <a:b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</a:b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→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通过 </a:t>
            </a:r>
            <a:r>
              <a:rPr lang="en-US" altLang="zh-CN" sz="2000" dirty="0" err="1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nginx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通信进入二进制 </a:t>
            </a:r>
            <a:r>
              <a:rPr lang="en-US" altLang="zh-CN" sz="2000" dirty="0" err="1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glc</a:t>
            </a:r>
            <a:b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</a:b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→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根据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params[0] = plugins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加载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plugins.so</a:t>
            </a:r>
            <a:b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</a:b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→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根据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params[1] = </a:t>
            </a:r>
            <a:r>
              <a:rPr lang="en-US" altLang="zh-CN" sz="2000" dirty="0" err="1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ginfo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调用 </a:t>
            </a:r>
            <a:r>
              <a:rPr lang="en-US" altLang="zh-CN" sz="2000" dirty="0" err="1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ginfo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函数</a:t>
            </a:r>
            <a:b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</a:b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→ 从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params[2]["name"]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取出真正的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payload</a:t>
            </a:r>
            <a:b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</a:b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→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最终触发命令注入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E762DE5-5B56-4FEB-9697-5528DD5D1A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1" y="1076317"/>
            <a:ext cx="6089872" cy="429081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760D7A37-FB95-443D-A820-4E75EA17A596}"/>
              </a:ext>
            </a:extLst>
          </p:cNvPr>
          <p:cNvSpPr txBox="1"/>
          <p:nvPr/>
        </p:nvSpPr>
        <p:spPr>
          <a:xfrm>
            <a:off x="2018470" y="5748844"/>
            <a:ext cx="8155057" cy="867289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如果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fuzzing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随机修改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"plugins"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或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"</a:t>
            </a:r>
            <a:r>
              <a:rPr lang="en-US" altLang="zh-CN" sz="2000" dirty="0" err="1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ginfo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"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，请求根本到不了目标函数。因此，</a:t>
            </a:r>
            <a:r>
              <a:rPr lang="en-US" altLang="zh-CN" sz="2000" dirty="0" err="1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fuzzer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需要知道哪些字段不能变，哪些字段应该变异。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53576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526"/>
    </mc:Choice>
    <mc:Fallback xmlns="">
      <p:transition spd="slow" advTm="183526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2074430" y="2717482"/>
            <a:ext cx="86449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4400" b="1">
                <a:solidFill>
                  <a:srgbClr val="324769"/>
                </a:solidFill>
                <a:latin typeface="Arial" panose="020B0604020202020204"/>
                <a:ea typeface="微软雅黑" panose="020B0503020204020204" pitchFamily="34" charset="-122"/>
                <a:cs typeface="汉仪中宋简" panose="02010609000101010101" charset="-128"/>
              </a:defRPr>
            </a:lvl1pPr>
          </a:lstStyle>
          <a:p>
            <a:pPr algn="l"/>
            <a:r>
              <a:rPr lang="en-US" altLang="zh-CN" dirty="0"/>
              <a:t>Challenges &amp; Solutions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84785" y="2346960"/>
            <a:ext cx="1684655" cy="1445260"/>
            <a:chOff x="909" y="4569"/>
            <a:chExt cx="2653" cy="2276"/>
          </a:xfrm>
        </p:grpSpPr>
        <p:sp>
          <p:nvSpPr>
            <p:cNvPr id="12" name="椭圆 11"/>
            <p:cNvSpPr/>
            <p:nvPr/>
          </p:nvSpPr>
          <p:spPr>
            <a:xfrm>
              <a:off x="2306" y="4674"/>
              <a:ext cx="957" cy="957"/>
            </a:xfrm>
            <a:prstGeom prst="ellipse">
              <a:avLst/>
            </a:prstGeom>
            <a:solidFill>
              <a:srgbClr val="D0E1F7">
                <a:alpha val="6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909" y="4569"/>
              <a:ext cx="2653" cy="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800" dirty="0">
                  <a:solidFill>
                    <a:srgbClr val="324769"/>
                  </a:solidFill>
                  <a:cs typeface="+mn-ea"/>
                  <a:sym typeface="+mn-lt"/>
                </a:rPr>
                <a:t>03</a:t>
              </a:r>
            </a:p>
          </p:txBody>
        </p:sp>
      </p:grpSp>
      <p:cxnSp>
        <p:nvCxnSpPr>
          <p:cNvPr id="32" name="直接连接符 31"/>
          <p:cNvCxnSpPr/>
          <p:nvPr/>
        </p:nvCxnSpPr>
        <p:spPr>
          <a:xfrm>
            <a:off x="530225" y="3720465"/>
            <a:ext cx="5784850" cy="0"/>
          </a:xfrm>
          <a:prstGeom prst="line">
            <a:avLst/>
          </a:prstGeom>
          <a:ln w="28575" cmpd="thickThin">
            <a:solidFill>
              <a:srgbClr val="3247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230229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16"/>
    </mc:Choice>
    <mc:Fallback xmlns="">
      <p:transition spd="slow" advTm="7316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/>
        </p:nvSpPr>
        <p:spPr>
          <a:xfrm>
            <a:off x="137160" y="186690"/>
            <a:ext cx="236855" cy="236855"/>
          </a:xfrm>
          <a:prstGeom prst="ellipse">
            <a:avLst/>
          </a:prstGeom>
          <a:solidFill>
            <a:srgbClr val="ACBBDB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083945" y="326688"/>
            <a:ext cx="8487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Challenges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80010" y="198120"/>
            <a:ext cx="1003935" cy="768350"/>
            <a:chOff x="1417" y="1412"/>
            <a:chExt cx="1581" cy="1210"/>
          </a:xfrm>
        </p:grpSpPr>
        <p:sp>
          <p:nvSpPr>
            <p:cNvPr id="3" name="椭圆 2"/>
            <p:cNvSpPr/>
            <p:nvPr>
              <p:custDataLst>
                <p:tags r:id="rId3"/>
              </p:custDataLst>
            </p:nvPr>
          </p:nvSpPr>
          <p:spPr>
            <a:xfrm>
              <a:off x="1617" y="1426"/>
              <a:ext cx="1182" cy="1182"/>
            </a:xfrm>
            <a:prstGeom prst="ellipse">
              <a:avLst/>
            </a:prstGeom>
            <a:solidFill>
              <a:srgbClr val="425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50" name="文本框 49"/>
            <p:cNvSpPr txBox="1"/>
            <p:nvPr>
              <p:custDataLst>
                <p:tags r:id="rId4"/>
              </p:custDataLst>
            </p:nvPr>
          </p:nvSpPr>
          <p:spPr>
            <a:xfrm>
              <a:off x="1417" y="1412"/>
              <a:ext cx="1581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03</a:t>
              </a:r>
            </a:p>
          </p:txBody>
        </p:sp>
      </p:grp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1425600" y="1670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8" name="Rectangle 6"/>
          <p:cNvSpPr>
            <a:spLocks noChangeArrowheads="1"/>
          </p:cNvSpPr>
          <p:nvPr/>
        </p:nvSpPr>
        <p:spPr bwMode="auto">
          <a:xfrm>
            <a:off x="374015" y="481056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 dirty="0"/>
          </a:p>
        </p:txBody>
      </p:sp>
      <p:sp>
        <p:nvSpPr>
          <p:cNvPr id="36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410A983-37E3-D3D9-A271-0B5BDD103C7C}"/>
              </a:ext>
            </a:extLst>
          </p:cNvPr>
          <p:cNvSpPr txBox="1"/>
          <p:nvPr/>
        </p:nvSpPr>
        <p:spPr>
          <a:xfrm>
            <a:off x="626703" y="976540"/>
            <a:ext cx="10568968" cy="1884618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/>
              <a:t>论文提出三个挑战：</a:t>
            </a:r>
            <a:endParaRPr lang="en-US" altLang="zh-CN" sz="2000" dirty="0"/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Challenge 1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：构建完整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entry map</a:t>
            </a: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Challenge 2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：跨语言生成参数规范</a:t>
            </a: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Challenge 3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：修正参数规范并指导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fuzzing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08558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526"/>
    </mc:Choice>
    <mc:Fallback xmlns="">
      <p:transition spd="slow" advTm="183526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711FB-A3BE-694D-DB97-C606CFD53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>
            <a:extLst>
              <a:ext uri="{FF2B5EF4-FFF2-40B4-BE49-F238E27FC236}">
                <a16:creationId xmlns:a16="http://schemas.microsoft.com/office/drawing/2014/main" id="{03E117B0-2966-BACC-87F4-5DBDF8109741}"/>
              </a:ext>
            </a:extLst>
          </p:cNvPr>
          <p:cNvSpPr/>
          <p:nvPr/>
        </p:nvSpPr>
        <p:spPr>
          <a:xfrm>
            <a:off x="137160" y="186690"/>
            <a:ext cx="236855" cy="236855"/>
          </a:xfrm>
          <a:prstGeom prst="ellipse">
            <a:avLst/>
          </a:prstGeom>
          <a:solidFill>
            <a:srgbClr val="ACBBDB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2C5E1BE-7B43-C645-D4F8-88CB54333F1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83945" y="326688"/>
            <a:ext cx="8487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Challenges</a:t>
            </a:r>
            <a:r>
              <a:rPr lang="zh-CN" altLang="en-US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 </a:t>
            </a:r>
            <a:r>
              <a:rPr lang="en-US" altLang="zh-CN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1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7F7204BD-68E5-4868-A901-CE166DAB685C}"/>
              </a:ext>
            </a:extLst>
          </p:cNvPr>
          <p:cNvGrpSpPr/>
          <p:nvPr/>
        </p:nvGrpSpPr>
        <p:grpSpPr>
          <a:xfrm>
            <a:off x="80010" y="198120"/>
            <a:ext cx="1003935" cy="768350"/>
            <a:chOff x="1417" y="1412"/>
            <a:chExt cx="1581" cy="1210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0E5A7999-C70A-D04C-840F-1D03E2EEB868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1617" y="1426"/>
              <a:ext cx="1182" cy="1182"/>
            </a:xfrm>
            <a:prstGeom prst="ellipse">
              <a:avLst/>
            </a:prstGeom>
            <a:solidFill>
              <a:srgbClr val="425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EBADA658-1A00-6507-F6D7-2584ECFC92F6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1417" y="1412"/>
              <a:ext cx="1581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03</a:t>
              </a:r>
            </a:p>
          </p:txBody>
        </p:sp>
      </p:grpSp>
      <p:sp>
        <p:nvSpPr>
          <p:cNvPr id="19" name="Rectangle 2">
            <a:extLst>
              <a:ext uri="{FF2B5EF4-FFF2-40B4-BE49-F238E27FC236}">
                <a16:creationId xmlns:a16="http://schemas.microsoft.com/office/drawing/2014/main" id="{A0FF21FA-4473-DBDA-57A7-DF004871F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5600" y="1670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CD367C3E-A18F-90B1-E542-2CD903264A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015" y="481056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 dirty="0"/>
          </a:p>
        </p:txBody>
      </p:sp>
      <p:sp>
        <p:nvSpPr>
          <p:cNvPr id="36" name="Rectangle 8">
            <a:extLst>
              <a:ext uri="{FF2B5EF4-FFF2-40B4-BE49-F238E27FC236}">
                <a16:creationId xmlns:a16="http://schemas.microsoft.com/office/drawing/2014/main" id="{8C811BAE-17DC-7BD8-04C9-F317590F8B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96AC18B-BC1B-A429-1A4D-0BC0327F083B}"/>
              </a:ext>
            </a:extLst>
          </p:cNvPr>
          <p:cNvSpPr txBox="1"/>
          <p:nvPr/>
        </p:nvSpPr>
        <p:spPr>
          <a:xfrm>
            <a:off x="626703" y="976540"/>
            <a:ext cx="10568968" cy="3088281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Challenge 1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：如何构建完整的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Entry Map</a:t>
            </a: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在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IoT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后端中，每个接口都对应一个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entry URI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，例如：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/rest/</a:t>
            </a:r>
            <a:r>
              <a:rPr lang="en-US" altLang="zh-CN" sz="2000" dirty="0" err="1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login?action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000" dirty="0" err="1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cr_user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但这个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URI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只有被后端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dispatch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逻辑正确解析后，才会进入真正的处理函数。也就是说，要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fuzz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一个接口，首先必须知道：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entry URI → backend handler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。难点在于，多语言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IoT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后端的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dispatch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逻辑往往非常复杂。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因此，简单搜索字符串或依赖前端流量很难恢复完整接口映射。复杂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dispatch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机制、多级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routing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策略和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indirect call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会显著增加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entry map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构建难度。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75165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526"/>
    </mc:Choice>
    <mc:Fallback xmlns="">
      <p:transition spd="slow" advTm="183526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E7530-13CF-BB60-BD60-0A5F87B27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>
            <a:extLst>
              <a:ext uri="{FF2B5EF4-FFF2-40B4-BE49-F238E27FC236}">
                <a16:creationId xmlns:a16="http://schemas.microsoft.com/office/drawing/2014/main" id="{33C7EE30-B020-EB71-BD67-22156BC6762C}"/>
              </a:ext>
            </a:extLst>
          </p:cNvPr>
          <p:cNvSpPr/>
          <p:nvPr/>
        </p:nvSpPr>
        <p:spPr>
          <a:xfrm>
            <a:off x="137160" y="186690"/>
            <a:ext cx="236855" cy="236855"/>
          </a:xfrm>
          <a:prstGeom prst="ellipse">
            <a:avLst/>
          </a:prstGeom>
          <a:solidFill>
            <a:srgbClr val="ACBBDB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FEA7231-51B5-3292-8E5C-9FCB5198FDF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83945" y="326688"/>
            <a:ext cx="8487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Solution</a:t>
            </a:r>
            <a:r>
              <a:rPr lang="zh-CN" altLang="en-US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 </a:t>
            </a:r>
            <a:r>
              <a:rPr lang="en-US" altLang="zh-CN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1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9B2537D-5E68-59C1-5EF6-1914957B1D4F}"/>
              </a:ext>
            </a:extLst>
          </p:cNvPr>
          <p:cNvGrpSpPr/>
          <p:nvPr/>
        </p:nvGrpSpPr>
        <p:grpSpPr>
          <a:xfrm>
            <a:off x="80010" y="198120"/>
            <a:ext cx="1003935" cy="768350"/>
            <a:chOff x="1417" y="1412"/>
            <a:chExt cx="1581" cy="1210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831E713F-CEB6-90A6-F4D5-746E8A4ED866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1617" y="1426"/>
              <a:ext cx="1182" cy="1182"/>
            </a:xfrm>
            <a:prstGeom prst="ellipse">
              <a:avLst/>
            </a:prstGeom>
            <a:solidFill>
              <a:srgbClr val="425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6E774F34-23A4-6600-0AD8-1A92CAF688BD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1417" y="1412"/>
              <a:ext cx="1581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03</a:t>
              </a:r>
            </a:p>
          </p:txBody>
        </p:sp>
      </p:grpSp>
      <p:sp>
        <p:nvSpPr>
          <p:cNvPr id="19" name="Rectangle 2">
            <a:extLst>
              <a:ext uri="{FF2B5EF4-FFF2-40B4-BE49-F238E27FC236}">
                <a16:creationId xmlns:a16="http://schemas.microsoft.com/office/drawing/2014/main" id="{E59FFBD9-968A-C151-6B4A-0E74CE2A0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5600" y="1670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C5FA7437-AC24-1D4D-DB9D-E5C2D8DF53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015" y="481056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 dirty="0"/>
          </a:p>
        </p:txBody>
      </p:sp>
      <p:sp>
        <p:nvSpPr>
          <p:cNvPr id="36" name="Rectangle 8">
            <a:extLst>
              <a:ext uri="{FF2B5EF4-FFF2-40B4-BE49-F238E27FC236}">
                <a16:creationId xmlns:a16="http://schemas.microsoft.com/office/drawing/2014/main" id="{A442E825-6575-6255-93F9-38ACD2FA0A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595335A-849C-E44A-86B5-F5B6D52DE1EC}"/>
              </a:ext>
            </a:extLst>
          </p:cNvPr>
          <p:cNvSpPr txBox="1"/>
          <p:nvPr/>
        </p:nvSpPr>
        <p:spPr>
          <a:xfrm>
            <a:off x="626703" y="976540"/>
            <a:ext cx="10568968" cy="511396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Solution 1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Tree based Entry Map Construction</a:t>
            </a: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PANGOLIN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的解决方法是构建</a:t>
            </a:r>
            <a:r>
              <a:rPr lang="zh-CN" altLang="en-US" sz="2000" b="1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树形 </a:t>
            </a:r>
            <a:r>
              <a:rPr lang="en-US" altLang="zh-CN" sz="2000" b="1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entry map</a:t>
            </a:r>
            <a:r>
              <a:rPr lang="zh-CN" altLang="en-US" sz="2000" b="1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，其基本流程是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：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从前端流量中提取公开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URI</a:t>
            </a: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→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拆分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URI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中的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path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和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query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字符串</a:t>
            </a: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→ 在后端函数中统计这些字符串出现频率</a:t>
            </a: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→ 定位可能的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dispatch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函数</a:t>
            </a: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→ 根据调用关系构造树结构</a:t>
            </a: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→ 让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LLM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分析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root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到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leaf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的路径</a:t>
            </a: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→ 得到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entry URI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与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handler point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的映射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使用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LLM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的原因是，真实设备中的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dispatch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模式并不总是规则表达式能覆盖的。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LLM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可以结合上下文判断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URI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、数据段、函数指针、文件名之间的语义关系。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39935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526"/>
    </mc:Choice>
    <mc:Fallback xmlns="">
      <p:transition spd="slow" advTm="183526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9EE7F-7767-8522-A1C8-C3DCF1FC1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>
            <a:extLst>
              <a:ext uri="{FF2B5EF4-FFF2-40B4-BE49-F238E27FC236}">
                <a16:creationId xmlns:a16="http://schemas.microsoft.com/office/drawing/2014/main" id="{C4CDDA10-6326-69B0-862E-7FF987920649}"/>
              </a:ext>
            </a:extLst>
          </p:cNvPr>
          <p:cNvSpPr/>
          <p:nvPr/>
        </p:nvSpPr>
        <p:spPr>
          <a:xfrm>
            <a:off x="137160" y="186690"/>
            <a:ext cx="236855" cy="236855"/>
          </a:xfrm>
          <a:prstGeom prst="ellipse">
            <a:avLst/>
          </a:prstGeom>
          <a:solidFill>
            <a:srgbClr val="ACBBDB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53A015F-B2B4-63F9-225A-EC9DB4FAA0F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83945" y="326688"/>
            <a:ext cx="8487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Challenges</a:t>
            </a:r>
            <a:r>
              <a:rPr lang="zh-CN" altLang="en-US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 </a:t>
            </a:r>
            <a:r>
              <a:rPr lang="en-US" altLang="zh-CN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2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A58F1B4-591E-AAC3-CC92-EDDD5CD01972}"/>
              </a:ext>
            </a:extLst>
          </p:cNvPr>
          <p:cNvGrpSpPr/>
          <p:nvPr/>
        </p:nvGrpSpPr>
        <p:grpSpPr>
          <a:xfrm>
            <a:off x="80010" y="198120"/>
            <a:ext cx="1003935" cy="768350"/>
            <a:chOff x="1417" y="1412"/>
            <a:chExt cx="1581" cy="1210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A9BBF740-9BBF-7BAB-531A-69902BB3C9C0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1617" y="1426"/>
              <a:ext cx="1182" cy="1182"/>
            </a:xfrm>
            <a:prstGeom prst="ellipse">
              <a:avLst/>
            </a:prstGeom>
            <a:solidFill>
              <a:srgbClr val="425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5799F16F-05E0-E7EF-811D-11E9140C7975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1417" y="1412"/>
              <a:ext cx="1581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03</a:t>
              </a:r>
            </a:p>
          </p:txBody>
        </p:sp>
      </p:grpSp>
      <p:sp>
        <p:nvSpPr>
          <p:cNvPr id="19" name="Rectangle 2">
            <a:extLst>
              <a:ext uri="{FF2B5EF4-FFF2-40B4-BE49-F238E27FC236}">
                <a16:creationId xmlns:a16="http://schemas.microsoft.com/office/drawing/2014/main" id="{8CEBC02D-7DFD-3075-180F-E4F841FE90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5600" y="1670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A28FF6CD-EF0B-0133-3A2F-B15985B71F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015" y="481056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 dirty="0"/>
          </a:p>
        </p:txBody>
      </p:sp>
      <p:sp>
        <p:nvSpPr>
          <p:cNvPr id="36" name="Rectangle 8">
            <a:extLst>
              <a:ext uri="{FF2B5EF4-FFF2-40B4-BE49-F238E27FC236}">
                <a16:creationId xmlns:a16="http://schemas.microsoft.com/office/drawing/2014/main" id="{C7F2D512-01FA-E920-B724-92BD8FBF9A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458EEB9-2D8B-BF48-1ED9-85600407B923}"/>
              </a:ext>
            </a:extLst>
          </p:cNvPr>
          <p:cNvSpPr txBox="1"/>
          <p:nvPr/>
        </p:nvSpPr>
        <p:spPr>
          <a:xfrm>
            <a:off x="626703" y="976540"/>
            <a:ext cx="10568968" cy="276665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Challenge 2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：如何跨过程、跨语言生成参数规范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对于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fuzzing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来说，还需要知道目标接口需要什么参数。例如：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参数结构中，有些字段是相对固定的。而有些字段会导致进入危险函数，应该重点变异。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另外，参数也可能被一层一层解析，形成复杂的层级结构。多级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hybrid calls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会导致参数解析呈现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layered manner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，从而使参数分析非常困难。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endParaRPr lang="en-US" altLang="zh-CN" sz="2000" dirty="0">
              <a:latin typeface="Consolas" panose="020B0609020204030204" pitchFamily="49" charset="0"/>
              <a:ea typeface="苹方 中等" panose="020B0400000000000000" pitchFamily="34" charset="-122"/>
              <a:cs typeface="Consolas" panose="020B0609020204030204" pitchFamily="49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6CE5642-134E-7F0E-AC4B-5AE4741E9F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2290" y="372340"/>
            <a:ext cx="5092700" cy="11049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55657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526"/>
    </mc:Choice>
    <mc:Fallback xmlns="">
      <p:transition spd="slow" advTm="183526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E7530-13CF-BB60-BD60-0A5F87B27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>
            <a:extLst>
              <a:ext uri="{FF2B5EF4-FFF2-40B4-BE49-F238E27FC236}">
                <a16:creationId xmlns:a16="http://schemas.microsoft.com/office/drawing/2014/main" id="{33C7EE30-B020-EB71-BD67-22156BC6762C}"/>
              </a:ext>
            </a:extLst>
          </p:cNvPr>
          <p:cNvSpPr/>
          <p:nvPr/>
        </p:nvSpPr>
        <p:spPr>
          <a:xfrm>
            <a:off x="137160" y="186690"/>
            <a:ext cx="236855" cy="236855"/>
          </a:xfrm>
          <a:prstGeom prst="ellipse">
            <a:avLst/>
          </a:prstGeom>
          <a:solidFill>
            <a:srgbClr val="ACBBDB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FEA7231-51B5-3292-8E5C-9FCB5198FDF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83945" y="326688"/>
            <a:ext cx="8487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Solution</a:t>
            </a:r>
            <a:r>
              <a:rPr lang="zh-CN" altLang="en-US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 </a:t>
            </a:r>
            <a:r>
              <a:rPr lang="en-US" altLang="zh-CN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2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9B2537D-5E68-59C1-5EF6-1914957B1D4F}"/>
              </a:ext>
            </a:extLst>
          </p:cNvPr>
          <p:cNvGrpSpPr/>
          <p:nvPr/>
        </p:nvGrpSpPr>
        <p:grpSpPr>
          <a:xfrm>
            <a:off x="80010" y="198120"/>
            <a:ext cx="1003935" cy="768350"/>
            <a:chOff x="1417" y="1412"/>
            <a:chExt cx="1581" cy="1210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831E713F-CEB6-90A6-F4D5-746E8A4ED866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1617" y="1426"/>
              <a:ext cx="1182" cy="1182"/>
            </a:xfrm>
            <a:prstGeom prst="ellipse">
              <a:avLst/>
            </a:prstGeom>
            <a:solidFill>
              <a:srgbClr val="425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6E774F34-23A4-6600-0AD8-1A92CAF688BD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1417" y="1412"/>
              <a:ext cx="1581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03</a:t>
              </a:r>
            </a:p>
          </p:txBody>
        </p:sp>
      </p:grpSp>
      <p:sp>
        <p:nvSpPr>
          <p:cNvPr id="19" name="Rectangle 2">
            <a:extLst>
              <a:ext uri="{FF2B5EF4-FFF2-40B4-BE49-F238E27FC236}">
                <a16:creationId xmlns:a16="http://schemas.microsoft.com/office/drawing/2014/main" id="{E59FFBD9-968A-C151-6B4A-0E74CE2A0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5600" y="1670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C5FA7437-AC24-1D4D-DB9D-E5C2D8DF53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015" y="481056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 dirty="0"/>
          </a:p>
        </p:txBody>
      </p:sp>
      <p:sp>
        <p:nvSpPr>
          <p:cNvPr id="36" name="Rectangle 8">
            <a:extLst>
              <a:ext uri="{FF2B5EF4-FFF2-40B4-BE49-F238E27FC236}">
                <a16:creationId xmlns:a16="http://schemas.microsoft.com/office/drawing/2014/main" id="{A442E825-6575-6255-93F9-38ACD2FA0A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595335A-849C-E44A-86B5-F5B6D52DE1EC}"/>
              </a:ext>
            </a:extLst>
          </p:cNvPr>
          <p:cNvSpPr txBox="1"/>
          <p:nvPr/>
        </p:nvSpPr>
        <p:spPr>
          <a:xfrm>
            <a:off x="626703" y="976540"/>
            <a:ext cx="10568968" cy="437594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Solution 2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Pruned MCG + LLM Agent</a:t>
            </a: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PANGOLIN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提出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Multilingual Call Graph, MCG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来描述跨语言函数调用关系。但完整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MCG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太大，直接输入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LLM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会超出上下文窗口，也会引入大量无关代码。因此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PANGOLIN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使用 </a:t>
            </a:r>
            <a:r>
              <a:rPr lang="en-US" altLang="zh-CN" sz="2000" b="1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reverse pruning</a:t>
            </a:r>
            <a:r>
              <a:rPr lang="zh-CN" altLang="en-US" sz="2000" b="1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（反向剪枝）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：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从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handler point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出发（参数处理点）</a:t>
            </a:r>
            <a:b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</a:b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→ 只保留与参数提取、参数执行、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sanitizer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相关的调用</a:t>
            </a:r>
            <a:b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</a:b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→ 丢弃无关调用</a:t>
            </a:r>
            <a:b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</a:b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→ 得到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pruned MCG</a:t>
            </a: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（意思就是只需要提取执行流所在的树枝）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57205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526"/>
    </mc:Choice>
    <mc:Fallback xmlns="">
      <p:transition spd="slow" advTm="183526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9EE7F-7767-8522-A1C8-C3DCF1FC1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>
            <a:extLst>
              <a:ext uri="{FF2B5EF4-FFF2-40B4-BE49-F238E27FC236}">
                <a16:creationId xmlns:a16="http://schemas.microsoft.com/office/drawing/2014/main" id="{C4CDDA10-6326-69B0-862E-7FF987920649}"/>
              </a:ext>
            </a:extLst>
          </p:cNvPr>
          <p:cNvSpPr/>
          <p:nvPr/>
        </p:nvSpPr>
        <p:spPr>
          <a:xfrm>
            <a:off x="137160" y="186690"/>
            <a:ext cx="236855" cy="236855"/>
          </a:xfrm>
          <a:prstGeom prst="ellipse">
            <a:avLst/>
          </a:prstGeom>
          <a:solidFill>
            <a:srgbClr val="ACBBDB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53A015F-B2B4-63F9-225A-EC9DB4FAA0F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83945" y="326688"/>
            <a:ext cx="8487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Challenges</a:t>
            </a:r>
            <a:r>
              <a:rPr lang="zh-CN" altLang="en-US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 </a:t>
            </a:r>
            <a:r>
              <a:rPr lang="en-US" altLang="zh-CN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3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A58F1B4-591E-AAC3-CC92-EDDD5CD01972}"/>
              </a:ext>
            </a:extLst>
          </p:cNvPr>
          <p:cNvGrpSpPr/>
          <p:nvPr/>
        </p:nvGrpSpPr>
        <p:grpSpPr>
          <a:xfrm>
            <a:off x="80010" y="198120"/>
            <a:ext cx="1003935" cy="768350"/>
            <a:chOff x="1417" y="1412"/>
            <a:chExt cx="1581" cy="1210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A9BBF740-9BBF-7BAB-531A-69902BB3C9C0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1617" y="1426"/>
              <a:ext cx="1182" cy="1182"/>
            </a:xfrm>
            <a:prstGeom prst="ellipse">
              <a:avLst/>
            </a:prstGeom>
            <a:solidFill>
              <a:srgbClr val="425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5799F16F-05E0-E7EF-811D-11E9140C7975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1417" y="1412"/>
              <a:ext cx="1581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03</a:t>
              </a:r>
            </a:p>
          </p:txBody>
        </p:sp>
      </p:grpSp>
      <p:sp>
        <p:nvSpPr>
          <p:cNvPr id="19" name="Rectangle 2">
            <a:extLst>
              <a:ext uri="{FF2B5EF4-FFF2-40B4-BE49-F238E27FC236}">
                <a16:creationId xmlns:a16="http://schemas.microsoft.com/office/drawing/2014/main" id="{8CEBC02D-7DFD-3075-180F-E4F841FE90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5600" y="1670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A28FF6CD-EF0B-0133-3A2F-B15985B71F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015" y="481056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 dirty="0"/>
          </a:p>
        </p:txBody>
      </p:sp>
      <p:sp>
        <p:nvSpPr>
          <p:cNvPr id="36" name="Rectangle 8">
            <a:extLst>
              <a:ext uri="{FF2B5EF4-FFF2-40B4-BE49-F238E27FC236}">
                <a16:creationId xmlns:a16="http://schemas.microsoft.com/office/drawing/2014/main" id="{C7F2D512-01FA-E920-B724-92BD8FBF9A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458EEB9-2D8B-BF48-1ED9-85600407B923}"/>
              </a:ext>
            </a:extLst>
          </p:cNvPr>
          <p:cNvSpPr txBox="1"/>
          <p:nvPr/>
        </p:nvSpPr>
        <p:spPr>
          <a:xfrm>
            <a:off x="626703" y="976540"/>
            <a:ext cx="10568968" cy="3488391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Challenge 3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：如何修正参数规范并用于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fuzzing</a:t>
            </a: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Consolas" panose="020B0609020204030204" pitchFamily="49" charset="0"/>
                <a:ea typeface="苹方 中等" panose="020B0400000000000000" pitchFamily="34" charset="-122"/>
                <a:cs typeface="Consolas" panose="020B0609020204030204" pitchFamily="49" charset="0"/>
              </a:rPr>
              <a:t>即使有</a:t>
            </a:r>
            <a:r>
              <a:rPr lang="en-US" altLang="zh-CN" sz="2000" dirty="0">
                <a:latin typeface="Consolas" panose="020B0609020204030204" pitchFamily="49" charset="0"/>
                <a:ea typeface="苹方 中等" panose="020B0400000000000000" pitchFamily="34" charset="-122"/>
                <a:cs typeface="Consolas" panose="020B0609020204030204" pitchFamily="49" charset="0"/>
              </a:rPr>
              <a:t>LLM</a:t>
            </a:r>
            <a:r>
              <a:rPr lang="zh-CN" altLang="en-US" sz="2000" dirty="0">
                <a:latin typeface="Consolas" panose="020B0609020204030204" pitchFamily="49" charset="0"/>
                <a:ea typeface="苹方 中等" panose="020B0400000000000000" pitchFamily="34" charset="-122"/>
                <a:cs typeface="Consolas" panose="020B0609020204030204" pitchFamily="49" charset="0"/>
              </a:rPr>
              <a:t>辅助，生成结果也可能不准确。原因包括：函数调用解析错误、</a:t>
            </a:r>
            <a:r>
              <a:rPr lang="en-US" altLang="zh-CN" sz="2000" dirty="0">
                <a:latin typeface="Consolas" panose="020B0609020204030204" pitchFamily="49" charset="0"/>
                <a:ea typeface="苹方 中等" panose="020B0400000000000000" pitchFamily="34" charset="-122"/>
                <a:cs typeface="Consolas" panose="020B0609020204030204" pitchFamily="49" charset="0"/>
              </a:rPr>
              <a:t>MCG</a:t>
            </a:r>
            <a:r>
              <a:rPr lang="zh-CN" altLang="en-US" sz="2000" dirty="0">
                <a:latin typeface="Consolas" panose="020B0609020204030204" pitchFamily="49" charset="0"/>
                <a:ea typeface="苹方 中等" panose="020B0400000000000000" pitchFamily="34" charset="-122"/>
                <a:cs typeface="Consolas" panose="020B0609020204030204" pitchFamily="49" charset="0"/>
              </a:rPr>
              <a:t>裁剪错误、</a:t>
            </a:r>
            <a:r>
              <a:rPr lang="en-US" altLang="zh-CN" sz="2000" dirty="0">
                <a:latin typeface="Consolas" panose="020B0609020204030204" pitchFamily="49" charset="0"/>
                <a:ea typeface="苹方 中等" panose="020B0400000000000000" pitchFamily="34" charset="-122"/>
                <a:cs typeface="Consolas" panose="020B0609020204030204" pitchFamily="49" charset="0"/>
              </a:rPr>
              <a:t>LLM</a:t>
            </a:r>
            <a:r>
              <a:rPr lang="zh-CN" altLang="en-US" sz="2000" dirty="0">
                <a:latin typeface="Consolas" panose="020B0609020204030204" pitchFamily="49" charset="0"/>
                <a:ea typeface="苹方 中等" panose="020B0400000000000000" pitchFamily="34" charset="-122"/>
                <a:cs typeface="Consolas" panose="020B0609020204030204" pitchFamily="49" charset="0"/>
              </a:rPr>
              <a:t>幻觉、代码语义理解不完整等。</a:t>
            </a:r>
            <a:endParaRPr lang="en-US" altLang="zh-CN" sz="2000" dirty="0">
              <a:latin typeface="Consolas" panose="020B0609020204030204" pitchFamily="49" charset="0"/>
              <a:ea typeface="苹方 中等" panose="020B0400000000000000" pitchFamily="34" charset="-122"/>
              <a:cs typeface="Consolas" panose="020B0609020204030204" pitchFamily="49" charset="0"/>
            </a:endParaRP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Consolas" panose="020B0609020204030204" pitchFamily="49" charset="0"/>
                <a:ea typeface="苹方 中等" panose="020B0400000000000000" pitchFamily="34" charset="-122"/>
                <a:cs typeface="Consolas" panose="020B0609020204030204" pitchFamily="49" charset="0"/>
              </a:rPr>
              <a:t>有些漏洞不是单个请求就能触发，而是需要多个接口按顺序调用。此外，高效</a:t>
            </a:r>
            <a:r>
              <a:rPr lang="en-US" altLang="zh-CN" sz="2000" dirty="0">
                <a:latin typeface="Consolas" panose="020B0609020204030204" pitchFamily="49" charset="0"/>
                <a:ea typeface="苹方 中等" panose="020B0400000000000000" pitchFamily="34" charset="-122"/>
                <a:cs typeface="Consolas" panose="020B0609020204030204" pitchFamily="49" charset="0"/>
              </a:rPr>
              <a:t>Fuzzing</a:t>
            </a:r>
            <a:r>
              <a:rPr lang="zh-CN" altLang="en-US" sz="2000" dirty="0">
                <a:latin typeface="Consolas" panose="020B0609020204030204" pitchFamily="49" charset="0"/>
                <a:ea typeface="苹方 中等" panose="020B0400000000000000" pitchFamily="34" charset="-122"/>
                <a:cs typeface="Consolas" panose="020B0609020204030204" pitchFamily="49" charset="0"/>
              </a:rPr>
              <a:t>还需要回答以下几个问题：</a:t>
            </a:r>
            <a:endParaRPr lang="en-US" altLang="zh-CN" sz="2000" dirty="0">
              <a:latin typeface="Consolas" panose="020B0609020204030204" pitchFamily="49" charset="0"/>
              <a:ea typeface="苹方 中等" panose="020B0400000000000000" pitchFamily="34" charset="-122"/>
              <a:cs typeface="Consolas" panose="020B0609020204030204" pitchFamily="49" charset="0"/>
            </a:endParaRP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/>
              <a:t>	where to mutate</a:t>
            </a:r>
            <a:r>
              <a:rPr lang="zh-CN" altLang="en-US" sz="2000" dirty="0"/>
              <a:t>：在哪里变异</a:t>
            </a:r>
            <a:br>
              <a:rPr lang="zh-CN" altLang="en-US" sz="2000" dirty="0"/>
            </a:br>
            <a:r>
              <a:rPr lang="en-US" altLang="zh-CN" sz="2000" dirty="0"/>
              <a:t>	how to mutate</a:t>
            </a:r>
            <a:r>
              <a:rPr lang="zh-CN" altLang="en-US" sz="2000" dirty="0"/>
              <a:t>：如何变异</a:t>
            </a:r>
            <a:br>
              <a:rPr lang="zh-CN" altLang="en-US" sz="2000" dirty="0"/>
            </a:br>
            <a:r>
              <a:rPr lang="en-US" altLang="zh-CN" sz="2000" dirty="0"/>
              <a:t>	how many times to mutate</a:t>
            </a:r>
            <a:r>
              <a:rPr lang="zh-CN" altLang="en-US" sz="2000" dirty="0"/>
              <a:t>：变异多少次</a:t>
            </a:r>
            <a:endParaRPr lang="en-US" altLang="zh-CN" sz="2000" dirty="0">
              <a:latin typeface="Consolas" panose="020B0609020204030204" pitchFamily="49" charset="0"/>
              <a:ea typeface="苹方 中等" panose="020B0400000000000000" pitchFamily="34" charset="-122"/>
              <a:cs typeface="Consolas" panose="020B0609020204030204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3979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526"/>
    </mc:Choice>
    <mc:Fallback xmlns="">
      <p:transition spd="slow" advTm="183526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E7530-13CF-BB60-BD60-0A5F87B27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>
            <a:extLst>
              <a:ext uri="{FF2B5EF4-FFF2-40B4-BE49-F238E27FC236}">
                <a16:creationId xmlns:a16="http://schemas.microsoft.com/office/drawing/2014/main" id="{33C7EE30-B020-EB71-BD67-22156BC6762C}"/>
              </a:ext>
            </a:extLst>
          </p:cNvPr>
          <p:cNvSpPr/>
          <p:nvPr/>
        </p:nvSpPr>
        <p:spPr>
          <a:xfrm>
            <a:off x="137160" y="186690"/>
            <a:ext cx="236855" cy="236855"/>
          </a:xfrm>
          <a:prstGeom prst="ellipse">
            <a:avLst/>
          </a:prstGeom>
          <a:solidFill>
            <a:srgbClr val="ACBBDB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FEA7231-51B5-3292-8E5C-9FCB5198FDF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83945" y="326688"/>
            <a:ext cx="8487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Solution</a:t>
            </a:r>
            <a:r>
              <a:rPr lang="zh-CN" altLang="en-US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 </a:t>
            </a:r>
            <a:r>
              <a:rPr lang="en-US" altLang="zh-CN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3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9B2537D-5E68-59C1-5EF6-1914957B1D4F}"/>
              </a:ext>
            </a:extLst>
          </p:cNvPr>
          <p:cNvGrpSpPr/>
          <p:nvPr/>
        </p:nvGrpSpPr>
        <p:grpSpPr>
          <a:xfrm>
            <a:off x="80010" y="198120"/>
            <a:ext cx="1003935" cy="768350"/>
            <a:chOff x="1417" y="1412"/>
            <a:chExt cx="1581" cy="1210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831E713F-CEB6-90A6-F4D5-746E8A4ED866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1617" y="1426"/>
              <a:ext cx="1182" cy="1182"/>
            </a:xfrm>
            <a:prstGeom prst="ellipse">
              <a:avLst/>
            </a:prstGeom>
            <a:solidFill>
              <a:srgbClr val="425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6E774F34-23A4-6600-0AD8-1A92CAF688BD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1417" y="1412"/>
              <a:ext cx="1581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03</a:t>
              </a:r>
            </a:p>
          </p:txBody>
        </p:sp>
      </p:grpSp>
      <p:sp>
        <p:nvSpPr>
          <p:cNvPr id="19" name="Rectangle 2">
            <a:extLst>
              <a:ext uri="{FF2B5EF4-FFF2-40B4-BE49-F238E27FC236}">
                <a16:creationId xmlns:a16="http://schemas.microsoft.com/office/drawing/2014/main" id="{E59FFBD9-968A-C151-6B4A-0E74CE2A0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5600" y="1670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C5FA7437-AC24-1D4D-DB9D-E5C2D8DF53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015" y="481056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 dirty="0"/>
          </a:p>
        </p:txBody>
      </p:sp>
      <p:sp>
        <p:nvSpPr>
          <p:cNvPr id="36" name="Rectangle 8">
            <a:extLst>
              <a:ext uri="{FF2B5EF4-FFF2-40B4-BE49-F238E27FC236}">
                <a16:creationId xmlns:a16="http://schemas.microsoft.com/office/drawing/2014/main" id="{A442E825-6575-6255-93F9-38ACD2FA0A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595335A-849C-E44A-86B5-F5B6D52DE1EC}"/>
              </a:ext>
            </a:extLst>
          </p:cNvPr>
          <p:cNvSpPr txBox="1"/>
          <p:nvPr/>
        </p:nvSpPr>
        <p:spPr>
          <a:xfrm>
            <a:off x="626703" y="976540"/>
            <a:ext cx="10568968" cy="524932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Solution 2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Feedback driven adaptive framework</a:t>
            </a: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PANGOLIN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的解决方案是设计一个响应驱动的</a:t>
            </a:r>
            <a:r>
              <a:rPr lang="zh-CN" altLang="en-US" sz="2000" b="1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自适应反馈框架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。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它会先根据生成的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URI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和参数规范构造请求，发送到真实设备，然后根据响应结果判断是否需要修正：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/>
              <a:t>	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404 /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接口不存在 → 删除该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URI</a:t>
            </a:r>
            <a:b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</a:b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	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参数错误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/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响应异常 → 重新调整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MCG pruning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和参数规范</a:t>
            </a:r>
            <a:b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</a:b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	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请求有效 → 进入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fuzzing</a:t>
            </a: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/>
              <a:t>之后，</a:t>
            </a:r>
            <a:r>
              <a:rPr lang="en-US" altLang="zh-CN" sz="2000" dirty="0"/>
              <a:t>PANGOLIN </a:t>
            </a:r>
            <a:r>
              <a:rPr lang="zh-CN" altLang="en-US" sz="2000" dirty="0"/>
              <a:t>再根据参数规范指导 </a:t>
            </a:r>
            <a:r>
              <a:rPr lang="en-US" altLang="zh-CN" sz="2000" dirty="0"/>
              <a:t>fuzzing</a:t>
            </a:r>
            <a:r>
              <a:rPr lang="zh-CN" altLang="en-US" sz="2000" dirty="0"/>
              <a:t>：以下参数可以决定 </a:t>
            </a:r>
            <a:r>
              <a:rPr lang="en-US" altLang="zh-CN" sz="2000" dirty="0"/>
              <a:t>fuzzing </a:t>
            </a:r>
            <a:r>
              <a:rPr lang="zh-CN" altLang="en-US" sz="2000" dirty="0"/>
              <a:t>的策略</a:t>
            </a:r>
            <a:endParaRPr lang="en-US" altLang="zh-CN" sz="2000" dirty="0"/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	API sequence identification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：识别接口调用顺序</a:t>
            </a:r>
            <a:b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</a:b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	Node priority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：确定优先测试哪些入口</a:t>
            </a:r>
            <a:b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</a:b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	Mutation operators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：根据漏洞类型选择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mutation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方式</a:t>
            </a:r>
            <a:b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</a:b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	Energy allocation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：决定不同 </a:t>
            </a:r>
            <a:r>
              <a:rPr lang="en-US" altLang="zh-CN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seed </a:t>
            </a:r>
            <a:r>
              <a:rPr lang="zh-CN" altLang="en-US" sz="2000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的变异次数</a:t>
            </a: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0291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526"/>
    </mc:Choice>
    <mc:Fallback xmlns="">
      <p:transition spd="slow" advTm="183526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2074430" y="2717482"/>
            <a:ext cx="673660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4400" b="1">
                <a:solidFill>
                  <a:srgbClr val="324769"/>
                </a:solidFill>
                <a:latin typeface="Arial" panose="020B0604020202020204"/>
                <a:ea typeface="微软雅黑" panose="020B0503020204020204" pitchFamily="34" charset="-122"/>
                <a:cs typeface="汉仪中宋简" panose="02010609000101010101" charset="-128"/>
              </a:defRPr>
            </a:lvl1pPr>
          </a:lstStyle>
          <a:p>
            <a:pPr algn="l"/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Design of PANGOLIN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84785" y="2346960"/>
            <a:ext cx="1684655" cy="1445260"/>
            <a:chOff x="909" y="4569"/>
            <a:chExt cx="2653" cy="2276"/>
          </a:xfrm>
        </p:grpSpPr>
        <p:sp>
          <p:nvSpPr>
            <p:cNvPr id="12" name="椭圆 11"/>
            <p:cNvSpPr/>
            <p:nvPr/>
          </p:nvSpPr>
          <p:spPr>
            <a:xfrm>
              <a:off x="2306" y="4674"/>
              <a:ext cx="957" cy="957"/>
            </a:xfrm>
            <a:prstGeom prst="ellipse">
              <a:avLst/>
            </a:prstGeom>
            <a:solidFill>
              <a:srgbClr val="D0E1F7">
                <a:alpha val="6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909" y="4569"/>
              <a:ext cx="2653" cy="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800" dirty="0">
                  <a:solidFill>
                    <a:srgbClr val="324769"/>
                  </a:solidFill>
                  <a:cs typeface="+mn-ea"/>
                  <a:sym typeface="+mn-lt"/>
                </a:rPr>
                <a:t>04</a:t>
              </a:r>
            </a:p>
          </p:txBody>
        </p:sp>
      </p:grpSp>
      <p:cxnSp>
        <p:nvCxnSpPr>
          <p:cNvPr id="32" name="直接连接符 31"/>
          <p:cNvCxnSpPr/>
          <p:nvPr/>
        </p:nvCxnSpPr>
        <p:spPr>
          <a:xfrm>
            <a:off x="530225" y="3720465"/>
            <a:ext cx="5784850" cy="0"/>
          </a:xfrm>
          <a:prstGeom prst="line">
            <a:avLst/>
          </a:prstGeom>
          <a:ln w="28575" cmpd="thickThin">
            <a:solidFill>
              <a:srgbClr val="3247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885341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16"/>
    </mc:Choice>
    <mc:Fallback xmlns="">
      <p:transition spd="slow" advTm="7316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E7530-13CF-BB60-BD60-0A5F87B27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>
            <a:extLst>
              <a:ext uri="{FF2B5EF4-FFF2-40B4-BE49-F238E27FC236}">
                <a16:creationId xmlns:a16="http://schemas.microsoft.com/office/drawing/2014/main" id="{33C7EE30-B020-EB71-BD67-22156BC6762C}"/>
              </a:ext>
            </a:extLst>
          </p:cNvPr>
          <p:cNvSpPr/>
          <p:nvPr/>
        </p:nvSpPr>
        <p:spPr>
          <a:xfrm>
            <a:off x="137160" y="186690"/>
            <a:ext cx="236855" cy="236855"/>
          </a:xfrm>
          <a:prstGeom prst="ellipse">
            <a:avLst/>
          </a:prstGeom>
          <a:solidFill>
            <a:srgbClr val="ACBBDB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FEA7231-51B5-3292-8E5C-9FCB5198FDF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83945" y="326688"/>
            <a:ext cx="8487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Design of PANGOLIN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9B2537D-5E68-59C1-5EF6-1914957B1D4F}"/>
              </a:ext>
            </a:extLst>
          </p:cNvPr>
          <p:cNvGrpSpPr/>
          <p:nvPr/>
        </p:nvGrpSpPr>
        <p:grpSpPr>
          <a:xfrm>
            <a:off x="80010" y="198120"/>
            <a:ext cx="1003935" cy="768350"/>
            <a:chOff x="1417" y="1412"/>
            <a:chExt cx="1581" cy="1210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831E713F-CEB6-90A6-F4D5-746E8A4ED866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1617" y="1426"/>
              <a:ext cx="1182" cy="1182"/>
            </a:xfrm>
            <a:prstGeom prst="ellipse">
              <a:avLst/>
            </a:prstGeom>
            <a:solidFill>
              <a:srgbClr val="425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6E774F34-23A4-6600-0AD8-1A92CAF688BD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1417" y="1412"/>
              <a:ext cx="1581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04</a:t>
              </a:r>
            </a:p>
          </p:txBody>
        </p:sp>
      </p:grpSp>
      <p:sp>
        <p:nvSpPr>
          <p:cNvPr id="28" name="Rectangle 6">
            <a:extLst>
              <a:ext uri="{FF2B5EF4-FFF2-40B4-BE49-F238E27FC236}">
                <a16:creationId xmlns:a16="http://schemas.microsoft.com/office/drawing/2014/main" id="{C5FA7437-AC24-1D4D-DB9D-E5C2D8DF53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015" y="481056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 dirty="0"/>
          </a:p>
        </p:txBody>
      </p:sp>
      <p:sp>
        <p:nvSpPr>
          <p:cNvPr id="36" name="Rectangle 8">
            <a:extLst>
              <a:ext uri="{FF2B5EF4-FFF2-40B4-BE49-F238E27FC236}">
                <a16:creationId xmlns:a16="http://schemas.microsoft.com/office/drawing/2014/main" id="{A442E825-6575-6255-93F9-38ACD2FA0A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28B7409-B8DF-4A6B-A669-22DEE20ED9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940607"/>
            <a:ext cx="12192000" cy="391739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19303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526"/>
    </mc:Choice>
    <mc:Fallback xmlns="">
      <p:transition spd="slow" advTm="183526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2074430" y="2717482"/>
            <a:ext cx="49106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4400" b="1">
                <a:solidFill>
                  <a:srgbClr val="324769"/>
                </a:solidFill>
                <a:latin typeface="Arial" panose="020B0604020202020204"/>
                <a:ea typeface="微软雅黑" panose="020B0503020204020204" pitchFamily="34" charset="-122"/>
                <a:cs typeface="汉仪中宋简" panose="02010609000101010101" charset="-128"/>
              </a:defRPr>
            </a:lvl1pPr>
          </a:lstStyle>
          <a:p>
            <a:pPr algn="l"/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Evaluation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84785" y="2346960"/>
            <a:ext cx="1684655" cy="1445260"/>
            <a:chOff x="909" y="4569"/>
            <a:chExt cx="2653" cy="2276"/>
          </a:xfrm>
        </p:grpSpPr>
        <p:sp>
          <p:nvSpPr>
            <p:cNvPr id="12" name="椭圆 11"/>
            <p:cNvSpPr/>
            <p:nvPr/>
          </p:nvSpPr>
          <p:spPr>
            <a:xfrm>
              <a:off x="2306" y="4674"/>
              <a:ext cx="957" cy="957"/>
            </a:xfrm>
            <a:prstGeom prst="ellipse">
              <a:avLst/>
            </a:prstGeom>
            <a:solidFill>
              <a:srgbClr val="D0E1F7">
                <a:alpha val="6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909" y="4569"/>
              <a:ext cx="2653" cy="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800" dirty="0">
                  <a:solidFill>
                    <a:srgbClr val="324769"/>
                  </a:solidFill>
                  <a:cs typeface="+mn-ea"/>
                  <a:sym typeface="+mn-lt"/>
                </a:rPr>
                <a:t>05</a:t>
              </a:r>
            </a:p>
          </p:txBody>
        </p:sp>
      </p:grpSp>
      <p:cxnSp>
        <p:nvCxnSpPr>
          <p:cNvPr id="32" name="直接连接符 31"/>
          <p:cNvCxnSpPr/>
          <p:nvPr/>
        </p:nvCxnSpPr>
        <p:spPr>
          <a:xfrm>
            <a:off x="530225" y="3720465"/>
            <a:ext cx="5784850" cy="0"/>
          </a:xfrm>
          <a:prstGeom prst="line">
            <a:avLst/>
          </a:prstGeom>
          <a:ln w="28575" cmpd="thickThin">
            <a:solidFill>
              <a:srgbClr val="3247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4187288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16"/>
    </mc:Choice>
    <mc:Fallback xmlns="">
      <p:transition spd="slow" advTm="7316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/>
        </p:nvSpPr>
        <p:spPr>
          <a:xfrm>
            <a:off x="137160" y="186690"/>
            <a:ext cx="236855" cy="236855"/>
          </a:xfrm>
          <a:prstGeom prst="ellipse">
            <a:avLst/>
          </a:prstGeom>
          <a:solidFill>
            <a:srgbClr val="ACBBDB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083944" y="326688"/>
            <a:ext cx="3438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Evaluation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80010" y="198120"/>
            <a:ext cx="1003935" cy="768350"/>
            <a:chOff x="1417" y="1412"/>
            <a:chExt cx="1581" cy="1210"/>
          </a:xfrm>
        </p:grpSpPr>
        <p:sp>
          <p:nvSpPr>
            <p:cNvPr id="3" name="椭圆 2"/>
            <p:cNvSpPr/>
            <p:nvPr>
              <p:custDataLst>
                <p:tags r:id="rId3"/>
              </p:custDataLst>
            </p:nvPr>
          </p:nvSpPr>
          <p:spPr>
            <a:xfrm>
              <a:off x="1617" y="1426"/>
              <a:ext cx="1182" cy="1182"/>
            </a:xfrm>
            <a:prstGeom prst="ellipse">
              <a:avLst/>
            </a:prstGeom>
            <a:solidFill>
              <a:srgbClr val="425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50" name="文本框 49"/>
            <p:cNvSpPr txBox="1"/>
            <p:nvPr>
              <p:custDataLst>
                <p:tags r:id="rId4"/>
              </p:custDataLst>
            </p:nvPr>
          </p:nvSpPr>
          <p:spPr>
            <a:xfrm>
              <a:off x="1417" y="1412"/>
              <a:ext cx="1581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05</a:t>
              </a:r>
            </a:p>
          </p:txBody>
        </p:sp>
      </p:grp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1425600" y="1670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6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B7EA793-4E7A-4F6E-9BE2-6191CC9F59A7}"/>
              </a:ext>
            </a:extLst>
          </p:cNvPr>
          <p:cNvSpPr txBox="1"/>
          <p:nvPr/>
        </p:nvSpPr>
        <p:spPr>
          <a:xfrm>
            <a:off x="-287738" y="983753"/>
            <a:ext cx="12239542" cy="2360711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为评估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PANGOLIN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的有效性，进行了一系列全面的实验，旨在解决以下研究问题：</a:t>
            </a:r>
            <a:endParaRPr lang="en-US" altLang="zh-CN" sz="2000" dirty="0"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RQ1: How effective is PANGOLIN in detecting vulnerabilities within real-world multilingual IoT devices?</a:t>
            </a:r>
          </a:p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RQ2: How does PANGOLIN vulnerability discovery performance compare to existing state-of-the-art tools?</a:t>
            </a:r>
          </a:p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RQ3: How does each module in PANGOLIN contribute to vulnerability detection?</a:t>
            </a:r>
          </a:p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RQ4: How does model choice affect the results and how efficient PANGOLIN is in performing the analysis?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56715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526"/>
    </mc:Choice>
    <mc:Fallback xmlns="">
      <p:transition spd="slow" advTm="183526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/>
        </p:nvSpPr>
        <p:spPr>
          <a:xfrm>
            <a:off x="137160" y="186690"/>
            <a:ext cx="236855" cy="236855"/>
          </a:xfrm>
          <a:prstGeom prst="ellipse">
            <a:avLst/>
          </a:prstGeom>
          <a:solidFill>
            <a:srgbClr val="ACBBDB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083944" y="326688"/>
            <a:ext cx="58436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Evaluation - Experiment Setup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80010" y="198120"/>
            <a:ext cx="1003935" cy="768350"/>
            <a:chOff x="1417" y="1412"/>
            <a:chExt cx="1581" cy="1210"/>
          </a:xfrm>
        </p:grpSpPr>
        <p:sp>
          <p:nvSpPr>
            <p:cNvPr id="3" name="椭圆 2"/>
            <p:cNvSpPr/>
            <p:nvPr>
              <p:custDataLst>
                <p:tags r:id="rId3"/>
              </p:custDataLst>
            </p:nvPr>
          </p:nvSpPr>
          <p:spPr>
            <a:xfrm>
              <a:off x="1617" y="1426"/>
              <a:ext cx="1182" cy="1182"/>
            </a:xfrm>
            <a:prstGeom prst="ellipse">
              <a:avLst/>
            </a:prstGeom>
            <a:solidFill>
              <a:srgbClr val="425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50" name="文本框 49"/>
            <p:cNvSpPr txBox="1"/>
            <p:nvPr>
              <p:custDataLst>
                <p:tags r:id="rId4"/>
              </p:custDataLst>
            </p:nvPr>
          </p:nvSpPr>
          <p:spPr>
            <a:xfrm>
              <a:off x="1417" y="1412"/>
              <a:ext cx="1581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05</a:t>
              </a:r>
            </a:p>
          </p:txBody>
        </p:sp>
      </p:grp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1425600" y="1670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6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B7EA793-4E7A-4F6E-9BE2-6191CC9F59A7}"/>
              </a:ext>
            </a:extLst>
          </p:cNvPr>
          <p:cNvSpPr txBox="1"/>
          <p:nvPr/>
        </p:nvSpPr>
        <p:spPr>
          <a:xfrm>
            <a:off x="-287738" y="983753"/>
            <a:ext cx="12239542" cy="94083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/>
              <a:t>数据集：作者选择了 </a:t>
            </a:r>
            <a:r>
              <a:rPr lang="en-US" altLang="zh-CN" sz="2000" dirty="0"/>
              <a:t>12 </a:t>
            </a:r>
            <a:r>
              <a:rPr lang="zh-CN" altLang="en-US" sz="2000" dirty="0"/>
              <a:t>个真实多语言 </a:t>
            </a:r>
            <a:r>
              <a:rPr lang="en-US" altLang="zh-CN" sz="2000" dirty="0"/>
              <a:t>IoT </a:t>
            </a:r>
            <a:r>
              <a:rPr lang="zh-CN" altLang="en-US" sz="2000" dirty="0"/>
              <a:t>设备作为测试对象，且都来自主流厂商。</a:t>
            </a:r>
            <a:endParaRPr lang="en-US" altLang="zh-CN" sz="2000" dirty="0"/>
          </a:p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/>
              <a:t>Baseline</a:t>
            </a:r>
            <a:r>
              <a:rPr lang="zh-CN" altLang="en-US" sz="2000" dirty="0"/>
              <a:t>：选了两个 </a:t>
            </a:r>
            <a:r>
              <a:rPr lang="en-US" altLang="zh-CN" sz="2000" dirty="0"/>
              <a:t>SOTA </a:t>
            </a:r>
            <a:r>
              <a:rPr lang="zh-CN" altLang="en-US" sz="2000" dirty="0"/>
              <a:t>工具作为 </a:t>
            </a:r>
            <a:r>
              <a:rPr lang="en-US" altLang="zh-CN" sz="2000" dirty="0"/>
              <a:t>baseline</a:t>
            </a:r>
            <a:r>
              <a:rPr lang="zh-CN" altLang="en-US" sz="2000" dirty="0"/>
              <a:t>，</a:t>
            </a:r>
            <a:r>
              <a:rPr lang="en-US" altLang="zh-CN" sz="2000" dirty="0"/>
              <a:t>LABRADOR</a:t>
            </a:r>
            <a:r>
              <a:rPr lang="zh-CN" altLang="en-US" sz="2000" dirty="0"/>
              <a:t>和</a:t>
            </a:r>
            <a:r>
              <a:rPr lang="en-US" altLang="zh-CN" sz="2000" dirty="0"/>
              <a:t>EAGLEYE</a:t>
            </a:r>
            <a:r>
              <a:rPr lang="zh-CN" altLang="en-US" sz="2000" dirty="0"/>
              <a:t>。</a:t>
            </a:r>
            <a:endParaRPr lang="en-US" altLang="zh-CN" sz="2000" dirty="0"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9A68F6E-C6F9-4F85-978E-3DAE1F088C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66486" y="3340800"/>
            <a:ext cx="4731094" cy="229238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96387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526"/>
    </mc:Choice>
    <mc:Fallback xmlns="">
      <p:transition spd="slow" advTm="183526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/>
        </p:nvSpPr>
        <p:spPr>
          <a:xfrm>
            <a:off x="137160" y="186690"/>
            <a:ext cx="236855" cy="236855"/>
          </a:xfrm>
          <a:prstGeom prst="ellipse">
            <a:avLst/>
          </a:prstGeom>
          <a:solidFill>
            <a:srgbClr val="ACBBDB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083944" y="326688"/>
            <a:ext cx="58436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Evaluation –RQ1:Effectiveness 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80010" y="198120"/>
            <a:ext cx="1003935" cy="768350"/>
            <a:chOff x="1417" y="1412"/>
            <a:chExt cx="1581" cy="1210"/>
          </a:xfrm>
        </p:grpSpPr>
        <p:sp>
          <p:nvSpPr>
            <p:cNvPr id="3" name="椭圆 2"/>
            <p:cNvSpPr/>
            <p:nvPr>
              <p:custDataLst>
                <p:tags r:id="rId3"/>
              </p:custDataLst>
            </p:nvPr>
          </p:nvSpPr>
          <p:spPr>
            <a:xfrm>
              <a:off x="1617" y="1426"/>
              <a:ext cx="1182" cy="1182"/>
            </a:xfrm>
            <a:prstGeom prst="ellipse">
              <a:avLst/>
            </a:prstGeom>
            <a:solidFill>
              <a:srgbClr val="425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50" name="文本框 49"/>
            <p:cNvSpPr txBox="1"/>
            <p:nvPr>
              <p:custDataLst>
                <p:tags r:id="rId4"/>
              </p:custDataLst>
            </p:nvPr>
          </p:nvSpPr>
          <p:spPr>
            <a:xfrm>
              <a:off x="1417" y="1412"/>
              <a:ext cx="1581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05</a:t>
              </a:r>
            </a:p>
          </p:txBody>
        </p:sp>
      </p:grp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1425600" y="1670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6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B7EA793-4E7A-4F6E-9BE2-6191CC9F59A7}"/>
              </a:ext>
            </a:extLst>
          </p:cNvPr>
          <p:cNvSpPr txBox="1"/>
          <p:nvPr/>
        </p:nvSpPr>
        <p:spPr>
          <a:xfrm>
            <a:off x="-287738" y="983753"/>
            <a:ext cx="12239542" cy="45294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/>
              <a:t>在 </a:t>
            </a:r>
            <a:r>
              <a:rPr lang="en-US" altLang="zh-CN" sz="2000" dirty="0"/>
              <a:t>12 </a:t>
            </a:r>
            <a:r>
              <a:rPr lang="zh-CN" altLang="en-US" sz="2000" dirty="0"/>
              <a:t>个真实多语言 </a:t>
            </a:r>
            <a:r>
              <a:rPr lang="en-US" altLang="zh-CN" sz="2000" dirty="0"/>
              <a:t>IoT </a:t>
            </a:r>
            <a:r>
              <a:rPr lang="zh-CN" altLang="en-US" sz="2000" dirty="0"/>
              <a:t>物理设备上运行 </a:t>
            </a:r>
            <a:r>
              <a:rPr lang="en-US" altLang="zh-CN" sz="2000" dirty="0"/>
              <a:t>PANGOLIN</a:t>
            </a:r>
            <a:r>
              <a:rPr lang="zh-CN" altLang="en-US" sz="2000" dirty="0"/>
              <a:t>，评估它能否发现真实漏洞。</a:t>
            </a:r>
            <a:endParaRPr lang="en-US" altLang="zh-CN" sz="2000" dirty="0"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5D84B98-8330-4D19-94CA-B116D43411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31497" y="2338054"/>
            <a:ext cx="5801071" cy="437584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51807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526"/>
    </mc:Choice>
    <mc:Fallback xmlns="">
      <p:transition spd="slow" advTm="183526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/>
        </p:nvSpPr>
        <p:spPr>
          <a:xfrm>
            <a:off x="137160" y="186690"/>
            <a:ext cx="236855" cy="236855"/>
          </a:xfrm>
          <a:prstGeom prst="ellipse">
            <a:avLst/>
          </a:prstGeom>
          <a:solidFill>
            <a:srgbClr val="ACBBDB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083944" y="326688"/>
            <a:ext cx="58436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Evaluation –RQ2:Comparison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80010" y="198120"/>
            <a:ext cx="1003935" cy="768350"/>
            <a:chOff x="1417" y="1412"/>
            <a:chExt cx="1581" cy="1210"/>
          </a:xfrm>
        </p:grpSpPr>
        <p:sp>
          <p:nvSpPr>
            <p:cNvPr id="3" name="椭圆 2"/>
            <p:cNvSpPr/>
            <p:nvPr>
              <p:custDataLst>
                <p:tags r:id="rId3"/>
              </p:custDataLst>
            </p:nvPr>
          </p:nvSpPr>
          <p:spPr>
            <a:xfrm>
              <a:off x="1617" y="1426"/>
              <a:ext cx="1182" cy="1182"/>
            </a:xfrm>
            <a:prstGeom prst="ellipse">
              <a:avLst/>
            </a:prstGeom>
            <a:solidFill>
              <a:srgbClr val="425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50" name="文本框 49"/>
            <p:cNvSpPr txBox="1"/>
            <p:nvPr>
              <p:custDataLst>
                <p:tags r:id="rId4"/>
              </p:custDataLst>
            </p:nvPr>
          </p:nvSpPr>
          <p:spPr>
            <a:xfrm>
              <a:off x="1417" y="1412"/>
              <a:ext cx="1581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05</a:t>
              </a:r>
            </a:p>
          </p:txBody>
        </p:sp>
      </p:grp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1425600" y="1670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6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B7EA793-4E7A-4F6E-9BE2-6191CC9F59A7}"/>
              </a:ext>
            </a:extLst>
          </p:cNvPr>
          <p:cNvSpPr txBox="1"/>
          <p:nvPr/>
        </p:nvSpPr>
        <p:spPr>
          <a:xfrm>
            <a:off x="-287738" y="983753"/>
            <a:ext cx="12239542" cy="213032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/>
              <a:t>LABRADOR </a:t>
            </a:r>
            <a:r>
              <a:rPr lang="zh-CN" altLang="en-US" sz="2000" dirty="0"/>
              <a:t>在 </a:t>
            </a:r>
            <a:r>
              <a:rPr lang="en-US" altLang="zh-CN" sz="2000" dirty="0"/>
              <a:t>24 </a:t>
            </a:r>
            <a:r>
              <a:rPr lang="zh-CN" altLang="en-US" sz="2000" dirty="0"/>
              <a:t>小时测试中发现 </a:t>
            </a:r>
            <a:r>
              <a:rPr lang="en-US" altLang="zh-CN" sz="2000" dirty="0"/>
              <a:t>23 </a:t>
            </a:r>
            <a:r>
              <a:rPr lang="zh-CN" altLang="en-US" sz="2000" dirty="0"/>
              <a:t>个漏洞，而 </a:t>
            </a:r>
            <a:r>
              <a:rPr lang="en-US" altLang="zh-CN" sz="2000" dirty="0"/>
              <a:t>PANGOLIN </a:t>
            </a:r>
            <a:r>
              <a:rPr lang="zh-CN" altLang="en-US" sz="2000" dirty="0"/>
              <a:t>发现 </a:t>
            </a:r>
            <a:r>
              <a:rPr lang="en-US" altLang="zh-CN" sz="2000" dirty="0"/>
              <a:t>68 </a:t>
            </a:r>
            <a:r>
              <a:rPr lang="zh-CN" altLang="en-US" sz="2000" dirty="0"/>
              <a:t>个漏洞，是 </a:t>
            </a:r>
            <a:r>
              <a:rPr lang="en-US" altLang="zh-CN" sz="2000" dirty="0"/>
              <a:t>LABRADOR </a:t>
            </a:r>
            <a:r>
              <a:rPr lang="zh-CN" altLang="en-US" sz="2000" dirty="0"/>
              <a:t>的 </a:t>
            </a:r>
            <a:r>
              <a:rPr lang="en-US" altLang="zh-CN" sz="2000" dirty="0"/>
              <a:t>2.96 </a:t>
            </a:r>
            <a:r>
              <a:rPr lang="zh-CN" altLang="en-US" sz="2000" dirty="0"/>
              <a:t>倍。静态分析耗时方面，</a:t>
            </a:r>
            <a:r>
              <a:rPr lang="en-US" altLang="zh-CN" sz="2000" dirty="0"/>
              <a:t>LABRADOR </a:t>
            </a:r>
            <a:r>
              <a:rPr lang="zh-CN" altLang="en-US" sz="2000" dirty="0"/>
              <a:t>总耗时 </a:t>
            </a:r>
            <a:r>
              <a:rPr lang="en-US" altLang="zh-CN" sz="2000" dirty="0"/>
              <a:t>1367.4 </a:t>
            </a:r>
            <a:r>
              <a:rPr lang="zh-CN" altLang="en-US" sz="2000" dirty="0"/>
              <a:t>分钟，</a:t>
            </a:r>
            <a:r>
              <a:rPr lang="en-US" altLang="zh-CN" sz="2000" dirty="0"/>
              <a:t>PANGOLIN </a:t>
            </a:r>
            <a:r>
              <a:rPr lang="zh-CN" altLang="en-US" sz="2000" dirty="0"/>
              <a:t>只用 </a:t>
            </a:r>
            <a:r>
              <a:rPr lang="en-US" altLang="zh-CN" sz="2000" dirty="0"/>
              <a:t>71.7 </a:t>
            </a:r>
            <a:r>
              <a:rPr lang="zh-CN" altLang="en-US" sz="2000" dirty="0"/>
              <a:t>分钟，论文称平均快 </a:t>
            </a:r>
            <a:r>
              <a:rPr lang="en-US" altLang="zh-CN" sz="2000" dirty="0"/>
              <a:t>19.1 </a:t>
            </a:r>
            <a:r>
              <a:rPr lang="zh-CN" altLang="en-US" sz="2000" dirty="0"/>
              <a:t>倍。（左图）</a:t>
            </a:r>
            <a:endParaRPr lang="en-US" altLang="zh-CN" sz="2000" dirty="0"/>
          </a:p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/>
              <a:t>EAGLEYE </a:t>
            </a:r>
            <a:r>
              <a:rPr lang="zh-CN" altLang="en-US" sz="2000" dirty="0"/>
              <a:t>的目标是发现 </a:t>
            </a:r>
            <a:r>
              <a:rPr lang="en-US" altLang="zh-CN" sz="2000" dirty="0"/>
              <a:t>IoT </a:t>
            </a:r>
            <a:r>
              <a:rPr lang="zh-CN" altLang="en-US" sz="2000" dirty="0"/>
              <a:t>设备中的 </a:t>
            </a:r>
            <a:r>
              <a:rPr lang="en-US" altLang="zh-CN" sz="2000" dirty="0"/>
              <a:t>hidden web interfaces</a:t>
            </a:r>
            <a:r>
              <a:rPr lang="zh-CN" altLang="en-US" sz="2000" dirty="0"/>
              <a:t>。</a:t>
            </a:r>
            <a:r>
              <a:rPr lang="en-US" altLang="zh-CN" sz="2000" dirty="0"/>
              <a:t>EAGLEYE</a:t>
            </a:r>
            <a:r>
              <a:rPr lang="zh-CN" altLang="en-US" sz="2000" dirty="0"/>
              <a:t>：发现 </a:t>
            </a:r>
            <a:r>
              <a:rPr lang="en-US" altLang="zh-CN" sz="2000" dirty="0"/>
              <a:t>875 </a:t>
            </a:r>
            <a:r>
              <a:rPr lang="zh-CN" altLang="en-US" sz="2000" dirty="0"/>
              <a:t>个 </a:t>
            </a:r>
            <a:r>
              <a:rPr lang="en-US" altLang="zh-CN" sz="2000" dirty="0"/>
              <a:t>hidden interfaces</a:t>
            </a:r>
            <a:r>
              <a:rPr lang="zh-CN" altLang="en-US" sz="2000" dirty="0"/>
              <a:t>，发现 </a:t>
            </a:r>
            <a:r>
              <a:rPr lang="en-US" altLang="zh-CN" sz="2000" dirty="0"/>
              <a:t>4 </a:t>
            </a:r>
            <a:r>
              <a:rPr lang="zh-CN" altLang="en-US" sz="2000" dirty="0"/>
              <a:t>个漏洞。</a:t>
            </a:r>
            <a:r>
              <a:rPr lang="en-US" altLang="zh-CN" sz="2000" dirty="0"/>
              <a:t>PANGOLIN-H</a:t>
            </a:r>
            <a:r>
              <a:rPr lang="zh-CN" altLang="en-US" sz="2000" dirty="0"/>
              <a:t>：发现 </a:t>
            </a:r>
            <a:r>
              <a:rPr lang="en-US" altLang="zh-CN" sz="2000" dirty="0"/>
              <a:t>1,793 </a:t>
            </a:r>
            <a:r>
              <a:rPr lang="zh-CN" altLang="en-US" sz="2000" dirty="0"/>
              <a:t>个 </a:t>
            </a:r>
            <a:r>
              <a:rPr lang="en-US" altLang="zh-CN" sz="2000" dirty="0"/>
              <a:t>hidden interfaces</a:t>
            </a:r>
            <a:r>
              <a:rPr lang="zh-CN" altLang="en-US" sz="2000" dirty="0"/>
              <a:t>，发现 </a:t>
            </a:r>
            <a:r>
              <a:rPr lang="en-US" altLang="zh-CN" sz="2000" dirty="0"/>
              <a:t>45 </a:t>
            </a:r>
            <a:r>
              <a:rPr lang="zh-CN" altLang="en-US" sz="2000" dirty="0"/>
              <a:t>个漏洞（右图）。</a:t>
            </a:r>
            <a:endParaRPr lang="en-US" altLang="zh-CN" sz="20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A4CE13E-FB31-41E9-A25C-D98AFC34CF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159" y="3274943"/>
            <a:ext cx="4830172" cy="358305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A504AB7-7AFE-4944-B53B-6ED678A422D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4734" y="3223720"/>
            <a:ext cx="5314840" cy="353102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12645DE-7D24-43F0-9FC9-A1182E4DD35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75235" y="-14784"/>
            <a:ext cx="1616766" cy="106686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26127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526"/>
    </mc:Choice>
    <mc:Fallback xmlns="">
      <p:transition spd="slow" advTm="183526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/>
        </p:nvSpPr>
        <p:spPr>
          <a:xfrm>
            <a:off x="137160" y="186690"/>
            <a:ext cx="236855" cy="236855"/>
          </a:xfrm>
          <a:prstGeom prst="ellipse">
            <a:avLst/>
          </a:prstGeom>
          <a:solidFill>
            <a:srgbClr val="ACBBDB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083944" y="326688"/>
            <a:ext cx="58436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Evaluation –RQ3:Ablation Study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80010" y="198120"/>
            <a:ext cx="1003935" cy="768350"/>
            <a:chOff x="1417" y="1412"/>
            <a:chExt cx="1581" cy="1210"/>
          </a:xfrm>
        </p:grpSpPr>
        <p:sp>
          <p:nvSpPr>
            <p:cNvPr id="3" name="椭圆 2"/>
            <p:cNvSpPr/>
            <p:nvPr>
              <p:custDataLst>
                <p:tags r:id="rId3"/>
              </p:custDataLst>
            </p:nvPr>
          </p:nvSpPr>
          <p:spPr>
            <a:xfrm>
              <a:off x="1617" y="1426"/>
              <a:ext cx="1182" cy="1182"/>
            </a:xfrm>
            <a:prstGeom prst="ellipse">
              <a:avLst/>
            </a:prstGeom>
            <a:solidFill>
              <a:srgbClr val="425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50" name="文本框 49"/>
            <p:cNvSpPr txBox="1"/>
            <p:nvPr>
              <p:custDataLst>
                <p:tags r:id="rId4"/>
              </p:custDataLst>
            </p:nvPr>
          </p:nvSpPr>
          <p:spPr>
            <a:xfrm>
              <a:off x="1417" y="1412"/>
              <a:ext cx="1581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05</a:t>
              </a:r>
            </a:p>
          </p:txBody>
        </p:sp>
      </p:grp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1425600" y="1670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6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B7EA793-4E7A-4F6E-9BE2-6191CC9F59A7}"/>
              </a:ext>
            </a:extLst>
          </p:cNvPr>
          <p:cNvSpPr txBox="1"/>
          <p:nvPr/>
        </p:nvSpPr>
        <p:spPr>
          <a:xfrm>
            <a:off x="-287738" y="983753"/>
            <a:ext cx="12239542" cy="26052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/>
              <a:t>作者构造了 </a:t>
            </a:r>
            <a:r>
              <a:rPr lang="en-US" altLang="zh-CN" sz="2000" dirty="0"/>
              <a:t>4 </a:t>
            </a:r>
            <a:r>
              <a:rPr lang="zh-CN" altLang="en-US" sz="2000" dirty="0"/>
              <a:t>个 </a:t>
            </a:r>
            <a:r>
              <a:rPr lang="en-US" altLang="zh-CN" sz="2000" dirty="0"/>
              <a:t>PANGOLIN </a:t>
            </a:r>
            <a:r>
              <a:rPr lang="zh-CN" altLang="en-US" sz="2000" dirty="0"/>
              <a:t>变体，每个变体都去掉一个核心模块，其余部分保持不变：</a:t>
            </a:r>
            <a:endParaRPr lang="en-US" altLang="zh-CN" sz="2000" dirty="0"/>
          </a:p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/>
              <a:t>PANGOLIN-Entry</a:t>
            </a:r>
            <a:r>
              <a:rPr lang="zh-CN" altLang="en-US" sz="2000" dirty="0"/>
              <a:t>：去掉 </a:t>
            </a:r>
            <a:r>
              <a:rPr lang="en-US" altLang="zh-CN" sz="2000" dirty="0"/>
              <a:t>entry URI recognition</a:t>
            </a:r>
            <a:r>
              <a:rPr lang="zh-CN" altLang="en-US" sz="2000" dirty="0"/>
              <a:t>，只从公开接口中获取 </a:t>
            </a:r>
            <a:r>
              <a:rPr lang="en-US" altLang="zh-CN" sz="2000" dirty="0"/>
              <a:t>entry URI</a:t>
            </a:r>
            <a:br>
              <a:rPr lang="en-US" altLang="zh-CN" sz="2000" dirty="0"/>
            </a:br>
            <a:r>
              <a:rPr lang="en-US" altLang="zh-CN" sz="2000" dirty="0"/>
              <a:t>	PANGOLIN-MCG</a:t>
            </a:r>
            <a:r>
              <a:rPr lang="zh-CN" altLang="en-US" sz="2000" dirty="0"/>
              <a:t>：去掉基于 </a:t>
            </a:r>
            <a:r>
              <a:rPr lang="en-US" altLang="zh-CN" sz="2000" dirty="0"/>
              <a:t>pruned MCG </a:t>
            </a:r>
            <a:r>
              <a:rPr lang="zh-CN" altLang="en-US" sz="2000" dirty="0"/>
              <a:t>的参数规范生成，只分析 </a:t>
            </a:r>
            <a:r>
              <a:rPr lang="en-US" altLang="zh-CN" sz="2000" dirty="0"/>
              <a:t>handler point </a:t>
            </a:r>
            <a:r>
              <a:rPr lang="zh-CN" altLang="en-US" sz="2000" dirty="0"/>
              <a:t>初始代码片段</a:t>
            </a:r>
            <a:br>
              <a:rPr lang="zh-CN" altLang="en-US" sz="2000" dirty="0"/>
            </a:br>
            <a:r>
              <a:rPr lang="en-US" altLang="zh-CN" sz="2000" dirty="0"/>
              <a:t>	PANGOLIN-Seq</a:t>
            </a:r>
            <a:r>
              <a:rPr lang="zh-CN" altLang="en-US" sz="2000" dirty="0"/>
              <a:t>：去掉 </a:t>
            </a:r>
            <a:r>
              <a:rPr lang="en-US" altLang="zh-CN" sz="2000" dirty="0"/>
              <a:t>API sequence recognition</a:t>
            </a:r>
            <a:r>
              <a:rPr lang="zh-CN" altLang="en-US" sz="2000" dirty="0"/>
              <a:t>，只按普通顺序逐个 </a:t>
            </a:r>
            <a:r>
              <a:rPr lang="en-US" altLang="zh-CN" sz="2000" dirty="0"/>
              <a:t>fuzz </a:t>
            </a:r>
            <a:r>
              <a:rPr lang="zh-CN" altLang="en-US" sz="2000" dirty="0"/>
              <a:t>请求</a:t>
            </a:r>
            <a:br>
              <a:rPr lang="zh-CN" altLang="en-US" sz="2000" dirty="0"/>
            </a:br>
            <a:r>
              <a:rPr lang="en-US" altLang="zh-CN" sz="2000" dirty="0"/>
              <a:t>	PANGOLIN-FB</a:t>
            </a:r>
            <a:r>
              <a:rPr lang="zh-CN" altLang="en-US" sz="2000" dirty="0"/>
              <a:t>：去掉 </a:t>
            </a:r>
            <a:r>
              <a:rPr lang="en-US" altLang="zh-CN" sz="2000" dirty="0"/>
              <a:t>feedback regulation</a:t>
            </a:r>
            <a:r>
              <a:rPr lang="zh-CN" altLang="en-US" sz="2000" dirty="0"/>
              <a:t>，只使用第一轮生成的参数规范指导 </a:t>
            </a:r>
            <a:r>
              <a:rPr lang="en-US" altLang="zh-CN" sz="2000" dirty="0"/>
              <a:t>fuzzing</a:t>
            </a:r>
          </a:p>
          <a:p>
            <a:pPr lvl="1" indent="457200">
              <a:lnSpc>
                <a:spcPct val="130000"/>
              </a:lnSpc>
              <a:spcAft>
                <a:spcPts val="600"/>
              </a:spcAft>
            </a:pPr>
            <a:endParaRPr lang="en-US" altLang="zh-CN" sz="20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199204A-69CE-4897-A066-87B82BD8B4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172806"/>
            <a:ext cx="12192000" cy="347818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45815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526"/>
    </mc:Choice>
    <mc:Fallback xmlns="">
      <p:transition spd="slow" advTm="183526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/>
        </p:nvSpPr>
        <p:spPr>
          <a:xfrm>
            <a:off x="137160" y="186690"/>
            <a:ext cx="236855" cy="236855"/>
          </a:xfrm>
          <a:prstGeom prst="ellipse">
            <a:avLst/>
          </a:prstGeom>
          <a:solidFill>
            <a:srgbClr val="ACBBDB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083943" y="326688"/>
            <a:ext cx="82091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Evaluation –RQ4:Model Choice and Efficiency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80010" y="198120"/>
            <a:ext cx="1003935" cy="768350"/>
            <a:chOff x="1417" y="1412"/>
            <a:chExt cx="1581" cy="1210"/>
          </a:xfrm>
        </p:grpSpPr>
        <p:sp>
          <p:nvSpPr>
            <p:cNvPr id="3" name="椭圆 2"/>
            <p:cNvSpPr/>
            <p:nvPr>
              <p:custDataLst>
                <p:tags r:id="rId3"/>
              </p:custDataLst>
            </p:nvPr>
          </p:nvSpPr>
          <p:spPr>
            <a:xfrm>
              <a:off x="1617" y="1426"/>
              <a:ext cx="1182" cy="1182"/>
            </a:xfrm>
            <a:prstGeom prst="ellipse">
              <a:avLst/>
            </a:prstGeom>
            <a:solidFill>
              <a:srgbClr val="425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50" name="文本框 49"/>
            <p:cNvSpPr txBox="1"/>
            <p:nvPr>
              <p:custDataLst>
                <p:tags r:id="rId4"/>
              </p:custDataLst>
            </p:nvPr>
          </p:nvSpPr>
          <p:spPr>
            <a:xfrm>
              <a:off x="1417" y="1412"/>
              <a:ext cx="1581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05</a:t>
              </a:r>
            </a:p>
          </p:txBody>
        </p:sp>
      </p:grp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1425600" y="1670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6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B7EA793-4E7A-4F6E-9BE2-6191CC9F59A7}"/>
              </a:ext>
            </a:extLst>
          </p:cNvPr>
          <p:cNvSpPr txBox="1"/>
          <p:nvPr/>
        </p:nvSpPr>
        <p:spPr>
          <a:xfrm>
            <a:off x="-287738" y="849908"/>
            <a:ext cx="12239542" cy="323832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/>
              <a:t>不同 </a:t>
            </a:r>
            <a:r>
              <a:rPr lang="en-US" altLang="zh-CN" sz="2000" dirty="0"/>
              <a:t>LLM </a:t>
            </a:r>
            <a:r>
              <a:rPr lang="zh-CN" altLang="en-US" sz="2000" dirty="0"/>
              <a:t>模型会不会影响 </a:t>
            </a:r>
            <a:r>
              <a:rPr lang="en-US" altLang="zh-CN" sz="2000" dirty="0"/>
              <a:t>PANGOLIN </a:t>
            </a:r>
            <a:r>
              <a:rPr lang="zh-CN" altLang="en-US" sz="2000" dirty="0"/>
              <a:t>的效果？以及 </a:t>
            </a:r>
            <a:r>
              <a:rPr lang="en-US" altLang="zh-CN" sz="2000" dirty="0"/>
              <a:t>PANGOLIN </a:t>
            </a:r>
            <a:r>
              <a:rPr lang="zh-CN" altLang="en-US" sz="2000" dirty="0"/>
              <a:t>的静态分析开销是否可接受？</a:t>
            </a:r>
            <a:endParaRPr lang="en-US" altLang="zh-CN" sz="2000" dirty="0"/>
          </a:p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/>
              <a:t>RQ4 </a:t>
            </a:r>
            <a:r>
              <a:rPr lang="zh-CN" altLang="en-US" sz="2000" dirty="0"/>
              <a:t>主要看两个方面：</a:t>
            </a:r>
            <a:endParaRPr lang="en-US" altLang="zh-CN" sz="2000" dirty="0"/>
          </a:p>
          <a:p>
            <a:pPr marL="914400" lvl="1" indent="-457200">
              <a:lnSpc>
                <a:spcPct val="130000"/>
              </a:lnSpc>
              <a:spcAft>
                <a:spcPts val="600"/>
              </a:spcAft>
              <a:buAutoNum type="arabicPeriod"/>
            </a:pPr>
            <a:r>
              <a:rPr lang="en-US" altLang="zh-CN" sz="2000" dirty="0"/>
              <a:t>Model Choice</a:t>
            </a:r>
            <a:r>
              <a:rPr lang="zh-CN" altLang="en-US" sz="2000" dirty="0"/>
              <a:t>：换不同 </a:t>
            </a:r>
            <a:r>
              <a:rPr lang="en-US" altLang="zh-CN" sz="2000" dirty="0"/>
              <a:t>LLM</a:t>
            </a:r>
            <a:r>
              <a:rPr lang="zh-CN" altLang="en-US" sz="2000" dirty="0"/>
              <a:t>，结果会不会明显变差？</a:t>
            </a:r>
            <a:endParaRPr lang="en-US" altLang="zh-CN" sz="2000" dirty="0"/>
          </a:p>
          <a:p>
            <a:pPr marL="914400" lvl="1" indent="-457200">
              <a:lnSpc>
                <a:spcPct val="130000"/>
              </a:lnSpc>
              <a:spcAft>
                <a:spcPts val="600"/>
              </a:spcAft>
              <a:buAutoNum type="arabicPeriod"/>
            </a:pPr>
            <a:r>
              <a:rPr lang="en-US" altLang="zh-CN" sz="2000" dirty="0"/>
              <a:t>2. Efficiency</a:t>
            </a:r>
            <a:r>
              <a:rPr lang="zh-CN" altLang="en-US" sz="2000" dirty="0"/>
              <a:t>：</a:t>
            </a:r>
            <a:r>
              <a:rPr lang="en-US" altLang="zh-CN" sz="2000" dirty="0"/>
              <a:t>PANGOLIN </a:t>
            </a:r>
            <a:r>
              <a:rPr lang="zh-CN" altLang="en-US" sz="2000" dirty="0"/>
              <a:t>的静态提取阶段耗时高不高？</a:t>
            </a:r>
            <a:endParaRPr lang="en-US" altLang="zh-CN" sz="2000" dirty="0"/>
          </a:p>
          <a:p>
            <a:pPr lvl="1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/>
              <a:t>论文测试了三个模型：</a:t>
            </a:r>
            <a:r>
              <a:rPr lang="en-US" altLang="zh-CN" sz="2000" dirty="0"/>
              <a:t>GPT-4.1-nano</a:t>
            </a:r>
            <a:r>
              <a:rPr lang="zh-CN" altLang="en-US" sz="2000" dirty="0"/>
              <a:t>、</a:t>
            </a:r>
            <a:r>
              <a:rPr lang="en-US" altLang="zh-CN" sz="2000" dirty="0"/>
              <a:t>Claude-3.5-haiku</a:t>
            </a:r>
            <a:r>
              <a:rPr lang="zh-CN" altLang="en-US" sz="2000" dirty="0"/>
              <a:t>、</a:t>
            </a:r>
            <a:r>
              <a:rPr lang="en-US" altLang="zh-CN" sz="2000" dirty="0"/>
              <a:t>DeepSeek-V3</a:t>
            </a:r>
          </a:p>
          <a:p>
            <a:pPr lvl="1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/>
              <a:t>作者比较了三项指标：</a:t>
            </a:r>
            <a:r>
              <a:rPr lang="en-US" altLang="zh-CN" sz="2000" dirty="0"/>
              <a:t>Count</a:t>
            </a:r>
            <a:r>
              <a:rPr lang="zh-CN" altLang="en-US" sz="2000" dirty="0"/>
              <a:t>：生成的参数规范数量，</a:t>
            </a:r>
            <a:r>
              <a:rPr lang="en-US" altLang="zh-CN" sz="2000" dirty="0" err="1"/>
              <a:t>Prec</a:t>
            </a:r>
            <a:r>
              <a:rPr lang="zh-CN" altLang="en-US" sz="2000" dirty="0"/>
              <a:t>：没有明显错误的参数规范比例，</a:t>
            </a:r>
            <a:r>
              <a:rPr lang="en-US" altLang="zh-CN" sz="2000" dirty="0"/>
              <a:t>Vuln</a:t>
            </a:r>
            <a:r>
              <a:rPr lang="zh-CN" altLang="en-US" sz="2000" dirty="0"/>
              <a:t>：最终发现的漏洞数量</a:t>
            </a:r>
            <a:endParaRPr lang="en-US" altLang="zh-CN" sz="20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CA849B5-2CB8-4F0D-B001-599FA64AA2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08254" y="3765391"/>
            <a:ext cx="8357029" cy="30926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95293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526"/>
    </mc:Choice>
    <mc:Fallback xmlns="">
      <p:transition spd="slow" advTm="183526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/>
        </p:nvSpPr>
        <p:spPr>
          <a:xfrm>
            <a:off x="137160" y="186690"/>
            <a:ext cx="236855" cy="236855"/>
          </a:xfrm>
          <a:prstGeom prst="ellipse">
            <a:avLst/>
          </a:prstGeom>
          <a:solidFill>
            <a:srgbClr val="ACBBDB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083943" y="326688"/>
            <a:ext cx="82091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Evaluation –RQ4:Model Choice and Efficiency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80010" y="198120"/>
            <a:ext cx="1003935" cy="768350"/>
            <a:chOff x="1417" y="1412"/>
            <a:chExt cx="1581" cy="1210"/>
          </a:xfrm>
        </p:grpSpPr>
        <p:sp>
          <p:nvSpPr>
            <p:cNvPr id="3" name="椭圆 2"/>
            <p:cNvSpPr/>
            <p:nvPr>
              <p:custDataLst>
                <p:tags r:id="rId3"/>
              </p:custDataLst>
            </p:nvPr>
          </p:nvSpPr>
          <p:spPr>
            <a:xfrm>
              <a:off x="1617" y="1426"/>
              <a:ext cx="1182" cy="1182"/>
            </a:xfrm>
            <a:prstGeom prst="ellipse">
              <a:avLst/>
            </a:prstGeom>
            <a:solidFill>
              <a:srgbClr val="425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50" name="文本框 49"/>
            <p:cNvSpPr txBox="1"/>
            <p:nvPr>
              <p:custDataLst>
                <p:tags r:id="rId4"/>
              </p:custDataLst>
            </p:nvPr>
          </p:nvSpPr>
          <p:spPr>
            <a:xfrm>
              <a:off x="1417" y="1412"/>
              <a:ext cx="1581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05</a:t>
              </a:r>
            </a:p>
          </p:txBody>
        </p:sp>
      </p:grp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1425600" y="1670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6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B7EA793-4E7A-4F6E-9BE2-6191CC9F59A7}"/>
              </a:ext>
            </a:extLst>
          </p:cNvPr>
          <p:cNvSpPr txBox="1"/>
          <p:nvPr/>
        </p:nvSpPr>
        <p:spPr>
          <a:xfrm>
            <a:off x="-287738" y="849908"/>
            <a:ext cx="12239542" cy="2761269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lvl="1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/>
              <a:t>结果是：</a:t>
            </a:r>
            <a:r>
              <a:rPr lang="en-US" altLang="zh-CN" sz="2000" dirty="0"/>
              <a:t>GPT-4.1-nano</a:t>
            </a:r>
            <a:r>
              <a:rPr lang="zh-CN" altLang="en-US" sz="2000" dirty="0"/>
              <a:t>：</a:t>
            </a:r>
            <a:r>
              <a:rPr lang="en-US" altLang="zh-CN" sz="2000" dirty="0"/>
              <a:t>2,153 </a:t>
            </a:r>
            <a:r>
              <a:rPr lang="zh-CN" altLang="en-US" sz="2000" dirty="0"/>
              <a:t>个有效参数规范，精度 </a:t>
            </a:r>
            <a:r>
              <a:rPr lang="en-US" altLang="zh-CN" sz="2000" dirty="0"/>
              <a:t>75.39%</a:t>
            </a:r>
            <a:r>
              <a:rPr lang="zh-CN" altLang="en-US" sz="2000" dirty="0"/>
              <a:t>，发现 </a:t>
            </a:r>
            <a:r>
              <a:rPr lang="en-US" altLang="zh-CN" sz="2000" dirty="0"/>
              <a:t>68 </a:t>
            </a:r>
            <a:r>
              <a:rPr lang="zh-CN" altLang="en-US" sz="2000" dirty="0"/>
              <a:t>个漏洞</a:t>
            </a:r>
            <a:endParaRPr lang="en-US" altLang="zh-CN" sz="2000" dirty="0"/>
          </a:p>
          <a:p>
            <a:pPr lvl="1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/>
              <a:t>Claude-3.5-haiku</a:t>
            </a:r>
            <a:r>
              <a:rPr lang="zh-CN" altLang="en-US" sz="2000" dirty="0"/>
              <a:t>：</a:t>
            </a:r>
            <a:r>
              <a:rPr lang="en-US" altLang="zh-CN" sz="2000" dirty="0"/>
              <a:t>2,216 </a:t>
            </a:r>
            <a:r>
              <a:rPr lang="zh-CN" altLang="en-US" sz="2000" dirty="0"/>
              <a:t>个有效参数规范，精度 </a:t>
            </a:r>
            <a:r>
              <a:rPr lang="en-US" altLang="zh-CN" sz="2000" dirty="0"/>
              <a:t>77.59%</a:t>
            </a:r>
            <a:r>
              <a:rPr lang="zh-CN" altLang="en-US" sz="2000" dirty="0"/>
              <a:t>，发现 </a:t>
            </a:r>
            <a:r>
              <a:rPr lang="en-US" altLang="zh-CN" sz="2000" dirty="0"/>
              <a:t>68 </a:t>
            </a:r>
            <a:r>
              <a:rPr lang="zh-CN" altLang="en-US" sz="2000" dirty="0"/>
              <a:t>个漏洞</a:t>
            </a:r>
            <a:endParaRPr lang="en-US" altLang="zh-CN" sz="2000" dirty="0"/>
          </a:p>
          <a:p>
            <a:pPr lvl="1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/>
              <a:t>DeepSeek-V3</a:t>
            </a:r>
            <a:r>
              <a:rPr lang="zh-CN" altLang="en-US" sz="2000" dirty="0"/>
              <a:t>：</a:t>
            </a:r>
            <a:r>
              <a:rPr lang="en-US" altLang="zh-CN" sz="2000" dirty="0"/>
              <a:t>2,253 </a:t>
            </a:r>
            <a:r>
              <a:rPr lang="zh-CN" altLang="en-US" sz="2000" dirty="0"/>
              <a:t>个有效参数规范，精度 </a:t>
            </a:r>
            <a:r>
              <a:rPr lang="en-US" altLang="zh-CN" sz="2000" dirty="0"/>
              <a:t>78.89%</a:t>
            </a:r>
            <a:r>
              <a:rPr lang="zh-CN" altLang="en-US" sz="2000" dirty="0"/>
              <a:t>，发现 </a:t>
            </a:r>
            <a:r>
              <a:rPr lang="en-US" altLang="zh-CN" sz="2000" dirty="0"/>
              <a:t>68 </a:t>
            </a:r>
            <a:r>
              <a:rPr lang="zh-CN" altLang="en-US" sz="2000" dirty="0"/>
              <a:t>个漏洞</a:t>
            </a:r>
            <a:endParaRPr lang="en-US" altLang="zh-CN" sz="2000" dirty="0"/>
          </a:p>
          <a:p>
            <a:pPr lvl="1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/>
              <a:t>可以看到，三个模型在参数规范质量上有差异，</a:t>
            </a:r>
            <a:r>
              <a:rPr lang="en-US" altLang="zh-CN" sz="2000" dirty="0"/>
              <a:t>DeepSeek-V3 </a:t>
            </a:r>
            <a:r>
              <a:rPr lang="zh-CN" altLang="en-US" sz="2000" dirty="0"/>
              <a:t>的参数规范精度最高；但最终发现的漏洞数量都是 </a:t>
            </a:r>
            <a:r>
              <a:rPr lang="en-US" altLang="zh-CN" sz="2000" b="1" dirty="0"/>
              <a:t>68 </a:t>
            </a:r>
            <a:r>
              <a:rPr lang="zh-CN" altLang="en-US" sz="2000" b="1" dirty="0"/>
              <a:t>个</a:t>
            </a:r>
            <a:r>
              <a:rPr lang="zh-CN" altLang="en-US" sz="2000" dirty="0"/>
              <a:t>。虽然不同模型生成的参数规范略有差别，但最终识别到的漏洞数量保持一致。</a:t>
            </a:r>
            <a:endParaRPr lang="en-US" altLang="zh-CN" sz="2000" dirty="0"/>
          </a:p>
          <a:p>
            <a:pPr lvl="1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/>
              <a:t>这说明：</a:t>
            </a:r>
            <a:r>
              <a:rPr lang="en-US" altLang="zh-CN" sz="2000" b="1" dirty="0"/>
              <a:t>PANGOLIN </a:t>
            </a:r>
            <a:r>
              <a:rPr lang="zh-CN" altLang="en-US" sz="2000" b="1" dirty="0"/>
              <a:t>对具体 </a:t>
            </a:r>
            <a:r>
              <a:rPr lang="en-US" altLang="zh-CN" sz="2000" b="1" dirty="0"/>
              <a:t>LLM </a:t>
            </a:r>
            <a:r>
              <a:rPr lang="zh-CN" altLang="en-US" sz="2000" b="1" dirty="0"/>
              <a:t>模型不是特别敏感。</a:t>
            </a:r>
            <a:endParaRPr lang="en-US" altLang="zh-CN" sz="2000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3C7DCC6-15CD-4EAF-A0C5-69B1C836F8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17485" y="3557439"/>
            <a:ext cx="8357029" cy="30926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03706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526"/>
    </mc:Choice>
    <mc:Fallback xmlns="">
      <p:transition spd="slow" advTm="183526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 30"/>
          <p:cNvSpPr txBox="1"/>
          <p:nvPr/>
        </p:nvSpPr>
        <p:spPr>
          <a:xfrm>
            <a:off x="3908921" y="1800795"/>
            <a:ext cx="88286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>
                <a:solidFill>
                  <a:srgbClr val="324769"/>
                </a:solidFill>
                <a:cs typeface="+mn-ea"/>
                <a:sym typeface="+mn-lt"/>
              </a:rPr>
              <a:t>Thank you</a:t>
            </a:r>
            <a:endParaRPr lang="zh-CN" altLang="en-US" sz="6000" b="1" dirty="0">
              <a:solidFill>
                <a:srgbClr val="324769"/>
              </a:solidFill>
              <a:cs typeface="+mn-ea"/>
              <a:sym typeface="+mn-lt"/>
            </a:endParaRPr>
          </a:p>
        </p:txBody>
      </p:sp>
      <p:grpSp>
        <p:nvGrpSpPr>
          <p:cNvPr id="20" name="组合 19"/>
          <p:cNvGrpSpPr/>
          <p:nvPr/>
        </p:nvGrpSpPr>
        <p:grpSpPr bwMode="auto">
          <a:xfrm>
            <a:off x="5494743" y="2822807"/>
            <a:ext cx="5935980" cy="361950"/>
            <a:chOff x="4154888" y="3453573"/>
            <a:chExt cx="3846874" cy="361046"/>
          </a:xfrm>
        </p:grpSpPr>
        <p:cxnSp>
          <p:nvCxnSpPr>
            <p:cNvPr id="21" name="直接连接符 20"/>
            <p:cNvCxnSpPr/>
            <p:nvPr>
              <p:custDataLst>
                <p:tags r:id="rId2"/>
              </p:custDataLst>
            </p:nvPr>
          </p:nvCxnSpPr>
          <p:spPr>
            <a:xfrm>
              <a:off x="4154888" y="3453573"/>
              <a:ext cx="3846874" cy="0"/>
            </a:xfrm>
            <a:prstGeom prst="line">
              <a:avLst/>
            </a:prstGeom>
            <a:ln w="25400">
              <a:solidFill>
                <a:srgbClr val="04487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等腰三角形 21"/>
            <p:cNvSpPr/>
            <p:nvPr>
              <p:custDataLst>
                <p:tags r:id="rId3"/>
              </p:custDataLst>
            </p:nvPr>
          </p:nvSpPr>
          <p:spPr>
            <a:xfrm flipV="1">
              <a:off x="5872725" y="3459907"/>
              <a:ext cx="411201" cy="354712"/>
            </a:xfrm>
            <a:prstGeom prst="triangle">
              <a:avLst/>
            </a:prstGeom>
            <a:solidFill>
              <a:srgbClr val="0448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708afc54-f34b-4633-8412-67a6c1d9117b"/>
  <p:tag name="COMMONDATA" val="eyJjb3VudCI6Mi4wLCJoZGlkIjoiNmRkMTg0ODI2ZDZmMjEzNWY2MWIwMWRkMWY0MzFhOTkiLCJ1c2VyQ291bnQiOjIuMH0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第一PPT，www.1ppt.com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awvcu0p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  <a:ln w="19050">
          <a:noFill/>
        </a:ln>
      </a:spPr>
      <a:bodyPr wrap="square" rtlCol="0">
        <a:spAutoFit/>
      </a:bodyPr>
      <a:lstStyle>
        <a:defPPr algn="dist">
          <a:defRPr lang="zh-CN" altLang="en-US" sz="2400">
            <a:solidFill>
              <a:schemeClr val="bg1"/>
            </a:solidFill>
            <a:latin typeface="汉仪中宋简" panose="02010609000101010101" charset="-128"/>
            <a:ea typeface="汉仪中宋简" panose="02010609000101010101" charset="-128"/>
            <a:cs typeface="汉仪中宋简" panose="02010609000101010101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wvcu0p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汉仪中宋简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中宋简"/>
        <a:ea typeface=""/>
        <a:cs typeface=""/>
        <a:font script="Jpan" typeface="ＭＳ Ｐゴシック"/>
        <a:font script="Hang" typeface="맑은 고딕"/>
        <a:font script="Hans" typeface="汉仪中宋简"/>
        <a:font script="Hant" typeface="新細明體"/>
        <a:font script="Arab" typeface="汉仪中宋简"/>
        <a:font script="Hebr" typeface="汉仪中宋简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汉仪中宋简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汉仪中宋简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中宋简"/>
        <a:ea typeface=""/>
        <a:cs typeface=""/>
        <a:font script="Jpan" typeface="ＭＳ Ｐゴシック"/>
        <a:font script="Hang" typeface="맑은 고딕"/>
        <a:font script="Hans" typeface="汉仪中宋简"/>
        <a:font script="Hant" typeface="新細明體"/>
        <a:font script="Arab" typeface="汉仪中宋简"/>
        <a:font script="Hebr" typeface="汉仪中宋简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汉仪中宋简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2413</TotalTime>
  <Words>2891</Words>
  <Application>Microsoft Office PowerPoint</Application>
  <PresentationFormat>宽屏</PresentationFormat>
  <Paragraphs>162</Paragraphs>
  <Slides>27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37" baseType="lpstr">
      <vt:lpstr>-apple-system</vt:lpstr>
      <vt:lpstr>汉仪中宋简</vt:lpstr>
      <vt:lpstr>苹方 中等</vt:lpstr>
      <vt:lpstr>微软雅黑</vt:lpstr>
      <vt:lpstr>Arial</vt:lpstr>
      <vt:lpstr>Consolas</vt:lpstr>
      <vt:lpstr>Times New Roman</vt:lpstr>
      <vt:lpstr>Wingdings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开题报告</dc:title>
  <dc:creator>第一PPT</dc:creator>
  <cp:keywords>www.1ppt.com</cp:keywords>
  <dc:description>www.1ppt.com</dc:description>
  <cp:lastModifiedBy>YD C</cp:lastModifiedBy>
  <cp:revision>2002</cp:revision>
  <dcterms:created xsi:type="dcterms:W3CDTF">2019-06-19T02:08:00Z</dcterms:created>
  <dcterms:modified xsi:type="dcterms:W3CDTF">2026-07-07T01:36:15Z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93F97E03304C4856B2158B3182922B9A_12</vt:lpwstr>
  </property>
  <property fmtid="{D5CDD505-2E9C-101B-9397-08002B2CF9AE}" pid="3" name="KSOProductBuildVer">
    <vt:lpwstr>2052-12.1.0.24034</vt:lpwstr>
  </property>
</Properties>
</file>