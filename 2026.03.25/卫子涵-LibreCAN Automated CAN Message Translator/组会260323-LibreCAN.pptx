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.xml" ContentType="application/vnd.openxmlformats-officedocument.presentationml.notesSlide+xml"/>
  <Override PartName="/ppt/tags/tag32.xml" ContentType="application/vnd.openxmlformats-officedocument.presentationml.tags+xml"/>
  <Override PartName="/ppt/notesSlides/notesSlide2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3.xml" ContentType="application/vnd.openxmlformats-officedocument.presentationml.notesSlide+xml"/>
  <Override PartName="/ppt/tags/tag37.xml" ContentType="application/vnd.openxmlformats-officedocument.presentationml.tags+xml"/>
  <Override PartName="/ppt/notesSlides/notesSlide4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5.xml" ContentType="application/vnd.openxmlformats-officedocument.presentationml.notesSlide+xml"/>
  <Override PartName="/ppt/tags/tag42.xml" ContentType="application/vnd.openxmlformats-officedocument.presentationml.tags+xml"/>
  <Override PartName="/ppt/notesSlides/notesSlide6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7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8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ppt/tags/tag55.xml" ContentType="application/vnd.openxmlformats-officedocument.presentationml.tags+xml"/>
  <Override PartName="/ppt/notesSlides/notesSlide10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1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3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5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6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7.xml" ContentType="application/vnd.openxmlformats-officedocument.presentationml.notesSlide+xml"/>
  <Override PartName="/ppt/tags/tag84.xml" ContentType="application/vnd.openxmlformats-officedocument.presentationml.tags+xml"/>
  <Override PartName="/ppt/notesSlides/notesSlide18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0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1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22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6"/>
  </p:notesMasterIdLst>
  <p:handoutMasterIdLst>
    <p:handoutMasterId r:id="rId27"/>
  </p:handoutMasterIdLst>
  <p:sldIdLst>
    <p:sldId id="256" r:id="rId3"/>
    <p:sldId id="326" r:id="rId4"/>
    <p:sldId id="327" r:id="rId5"/>
    <p:sldId id="258" r:id="rId6"/>
    <p:sldId id="328" r:id="rId7"/>
    <p:sldId id="259" r:id="rId8"/>
    <p:sldId id="316" r:id="rId9"/>
    <p:sldId id="329" r:id="rId10"/>
    <p:sldId id="330" r:id="rId11"/>
    <p:sldId id="331" r:id="rId12"/>
    <p:sldId id="332" r:id="rId13"/>
    <p:sldId id="333" r:id="rId14"/>
    <p:sldId id="334" r:id="rId15"/>
    <p:sldId id="336" r:id="rId16"/>
    <p:sldId id="337" r:id="rId17"/>
    <p:sldId id="335" r:id="rId18"/>
    <p:sldId id="341" r:id="rId19"/>
    <p:sldId id="338" r:id="rId20"/>
    <p:sldId id="339" r:id="rId21"/>
    <p:sldId id="340" r:id="rId22"/>
    <p:sldId id="342" r:id="rId23"/>
    <p:sldId id="343" r:id="rId24"/>
    <p:sldId id="266" r:id="rId25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8" userDrawn="1">
          <p15:clr>
            <a:srgbClr val="A4A3A4"/>
          </p15:clr>
        </p15:guide>
        <p15:guide id="2" pos="21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769"/>
    <a:srgbClr val="FFFFFF"/>
    <a:srgbClr val="425C8A"/>
    <a:srgbClr val="ACBBDB"/>
    <a:srgbClr val="D0E1F7"/>
    <a:srgbClr val="D9D9D9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6" autoAdjust="0"/>
    <p:restoredTop sz="78271" autoAdjust="0"/>
  </p:normalViewPr>
  <p:slideViewPr>
    <p:cSldViewPr snapToGrid="0" showGuides="1">
      <p:cViewPr varScale="1">
        <p:scale>
          <a:sx n="128" d="100"/>
          <a:sy n="128" d="100"/>
        </p:scale>
        <p:origin x="1496" y="68"/>
      </p:cViewPr>
      <p:guideLst>
        <p:guide orient="horz" pos="1028"/>
        <p:guide pos="219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D C" userId="0d18cc71d923e2ec" providerId="LiveId" clId="{EE8C32B2-542F-45C1-B980-E85C0330D7BB}"/>
    <pc:docChg chg="modSld">
      <pc:chgData name="YD C" userId="0d18cc71d923e2ec" providerId="LiveId" clId="{EE8C32B2-542F-45C1-B980-E85C0330D7BB}" dt="2026-03-17T01:42:28.353" v="1" actId="20577"/>
      <pc:docMkLst>
        <pc:docMk/>
      </pc:docMkLst>
      <pc:sldChg chg="modNotesTx">
        <pc:chgData name="YD C" userId="0d18cc71d923e2ec" providerId="LiveId" clId="{EE8C32B2-542F-45C1-B980-E85C0330D7BB}" dt="2026-03-17T01:42:28.353" v="1" actId="20577"/>
        <pc:sldMkLst>
          <pc:docMk/>
          <pc:sldMk cId="3185886426" sldId="323"/>
        </pc:sldMkLst>
      </pc:sldChg>
    </pc:docChg>
  </pc:docChgLst>
  <pc:docChgLst>
    <pc:chgData name="YD C" userId="0d18cc71d923e2ec" providerId="LiveId" clId="{BC9519F4-1E48-4345-A777-9CCD64C667EC}"/>
    <pc:docChg chg="undo custSel addSld delSld modSld sldOrd">
      <pc:chgData name="YD C" userId="0d18cc71d923e2ec" providerId="LiveId" clId="{BC9519F4-1E48-4345-A777-9CCD64C667EC}" dt="2026-03-24T11:06:14.307" v="2889" actId="14100"/>
      <pc:docMkLst>
        <pc:docMk/>
      </pc:docMkLst>
      <pc:sldChg chg="addSp modSp mod">
        <pc:chgData name="YD C" userId="0d18cc71d923e2ec" providerId="LiveId" clId="{BC9519F4-1E48-4345-A777-9CCD64C667EC}" dt="2026-03-23T13:01:37.115" v="24" actId="1076"/>
        <pc:sldMkLst>
          <pc:docMk/>
          <pc:sldMk cId="0" sldId="256"/>
        </pc:sldMkLst>
        <pc:spChg chg="add mod">
          <ac:chgData name="YD C" userId="0d18cc71d923e2ec" providerId="LiveId" clId="{BC9519F4-1E48-4345-A777-9CCD64C667EC}" dt="2026-03-23T12:30:33.743" v="21" actId="20577"/>
          <ac:spMkLst>
            <pc:docMk/>
            <pc:sldMk cId="0" sldId="256"/>
            <ac:spMk id="8" creationId="{F2AA5355-01CF-4E28-A3F4-40D98DE9EA27}"/>
          </ac:spMkLst>
        </pc:spChg>
        <pc:spChg chg="mod">
          <ac:chgData name="YD C" userId="0d18cc71d923e2ec" providerId="LiveId" clId="{BC9519F4-1E48-4345-A777-9CCD64C667EC}" dt="2026-03-23T13:01:37.115" v="24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YD C" userId="0d18cc71d923e2ec" providerId="LiveId" clId="{BC9519F4-1E48-4345-A777-9CCD64C667EC}" dt="2026-03-23T12:30:16.502" v="1" actId="1076"/>
          <ac:spMkLst>
            <pc:docMk/>
            <pc:sldMk cId="0" sldId="256"/>
            <ac:spMk id="34" creationId="{00000000-0000-0000-0000-000000000000}"/>
          </ac:spMkLst>
        </pc:spChg>
      </pc:sldChg>
      <pc:sldChg chg="modSp del mod ord">
        <pc:chgData name="YD C" userId="0d18cc71d923e2ec" providerId="LiveId" clId="{BC9519F4-1E48-4345-A777-9CCD64C667EC}" dt="2026-03-23T13:46:15.222" v="1266" actId="47"/>
        <pc:sldMkLst>
          <pc:docMk/>
          <pc:sldMk cId="0" sldId="257"/>
        </pc:sldMkLst>
        <pc:spChg chg="mod">
          <ac:chgData name="YD C" userId="0d18cc71d923e2ec" providerId="LiveId" clId="{BC9519F4-1E48-4345-A777-9CCD64C667EC}" dt="2026-03-23T13:04:59.615" v="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3T13:05:04.941" v="85" actId="20577"/>
          <ac:spMkLst>
            <pc:docMk/>
            <pc:sldMk cId="0" sldId="257"/>
            <ac:spMk id="19" creationId="{CD4AA811-1A31-471F-A845-319D019D9145}"/>
          </ac:spMkLst>
        </pc:spChg>
      </pc:sldChg>
      <pc:sldChg chg="modSp mod">
        <pc:chgData name="YD C" userId="0d18cc71d923e2ec" providerId="LiveId" clId="{BC9519F4-1E48-4345-A777-9CCD64C667EC}" dt="2026-03-23T13:17:18.149" v="328" actId="14100"/>
        <pc:sldMkLst>
          <pc:docMk/>
          <pc:sldMk cId="0" sldId="258"/>
        </pc:sldMkLst>
        <pc:spChg chg="mod">
          <ac:chgData name="YD C" userId="0d18cc71d923e2ec" providerId="LiveId" clId="{BC9519F4-1E48-4345-A777-9CCD64C667EC}" dt="2026-03-23T13:17:18.149" v="328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3T13:17:08.972" v="326" actId="20577"/>
          <ac:spMkLst>
            <pc:docMk/>
            <pc:sldMk cId="0" sldId="258"/>
            <ac:spMk id="50" creationId="{00000000-0000-0000-0000-000000000000}"/>
          </ac:spMkLst>
        </pc:spChg>
      </pc:sldChg>
      <pc:sldChg chg="modSp mod">
        <pc:chgData name="YD C" userId="0d18cc71d923e2ec" providerId="LiveId" clId="{BC9519F4-1E48-4345-A777-9CCD64C667EC}" dt="2026-03-23T13:46:35.165" v="1280" actId="20577"/>
        <pc:sldMkLst>
          <pc:docMk/>
          <pc:sldMk cId="0" sldId="259"/>
        </pc:sldMkLst>
        <pc:spChg chg="mod">
          <ac:chgData name="YD C" userId="0d18cc71d923e2ec" providerId="LiveId" clId="{BC9519F4-1E48-4345-A777-9CCD64C667EC}" dt="2026-03-23T13:46:35.165" v="1280" actId="20577"/>
          <ac:spMkLst>
            <pc:docMk/>
            <pc:sldMk cId="0" sldId="259"/>
            <ac:spMk id="10" creationId="{00000000-0000-0000-0000-000000000000}"/>
          </ac:spMkLst>
        </pc:spChg>
      </pc:sldChg>
      <pc:sldChg chg="del">
        <pc:chgData name="YD C" userId="0d18cc71d923e2ec" providerId="LiveId" clId="{BC9519F4-1E48-4345-A777-9CCD64C667EC}" dt="2026-03-23T13:05:28.714" v="98" actId="47"/>
        <pc:sldMkLst>
          <pc:docMk/>
          <pc:sldMk cId="0" sldId="262"/>
        </pc:sldMkLst>
      </pc:sldChg>
      <pc:sldChg chg="modSp add del mod">
        <pc:chgData name="YD C" userId="0d18cc71d923e2ec" providerId="LiveId" clId="{BC9519F4-1E48-4345-A777-9CCD64C667EC}" dt="2026-03-24T07:55:17.580" v="2475" actId="1076"/>
        <pc:sldMkLst>
          <pc:docMk/>
          <pc:sldMk cId="0" sldId="316"/>
        </pc:sldMkLst>
        <pc:spChg chg="mod">
          <ac:chgData name="YD C" userId="0d18cc71d923e2ec" providerId="LiveId" clId="{BC9519F4-1E48-4345-A777-9CCD64C667EC}" dt="2026-03-24T02:58:40.590" v="1354" actId="20577"/>
          <ac:spMkLst>
            <pc:docMk/>
            <pc:sldMk cId="0" sldId="316"/>
            <ac:spMk id="2" creationId="{8410A983-37E3-D3D9-A271-0B5BDD103C7C}"/>
          </ac:spMkLst>
        </pc:spChg>
        <pc:picChg chg="mod">
          <ac:chgData name="YD C" userId="0d18cc71d923e2ec" providerId="LiveId" clId="{BC9519F4-1E48-4345-A777-9CCD64C667EC}" dt="2026-03-24T07:55:17.580" v="2475" actId="1076"/>
          <ac:picMkLst>
            <pc:docMk/>
            <pc:sldMk cId="0" sldId="316"/>
            <ac:picMk id="6" creationId="{37EDFAE7-6F70-4BFE-2539-93CA13F97749}"/>
          </ac:picMkLst>
        </pc:picChg>
      </pc:sldChg>
      <pc:sldChg chg="del">
        <pc:chgData name="YD C" userId="0d18cc71d923e2ec" providerId="LiveId" clId="{BC9519F4-1E48-4345-A777-9CCD64C667EC}" dt="2026-03-23T13:05:32.570" v="100" actId="47"/>
        <pc:sldMkLst>
          <pc:docMk/>
          <pc:sldMk cId="3470267755" sldId="319"/>
        </pc:sldMkLst>
      </pc:sldChg>
      <pc:sldChg chg="del">
        <pc:chgData name="YD C" userId="0d18cc71d923e2ec" providerId="LiveId" clId="{BC9519F4-1E48-4345-A777-9CCD64C667EC}" dt="2026-03-23T13:05:34.333" v="102" actId="47"/>
        <pc:sldMkLst>
          <pc:docMk/>
          <pc:sldMk cId="2191532299" sldId="320"/>
        </pc:sldMkLst>
      </pc:sldChg>
      <pc:sldChg chg="del">
        <pc:chgData name="YD C" userId="0d18cc71d923e2ec" providerId="LiveId" clId="{BC9519F4-1E48-4345-A777-9CCD64C667EC}" dt="2026-03-23T13:05:29.943" v="99" actId="47"/>
        <pc:sldMkLst>
          <pc:docMk/>
          <pc:sldMk cId="2493740343" sldId="321"/>
        </pc:sldMkLst>
      </pc:sldChg>
      <pc:sldChg chg="del">
        <pc:chgData name="YD C" userId="0d18cc71d923e2ec" providerId="LiveId" clId="{BC9519F4-1E48-4345-A777-9CCD64C667EC}" dt="2026-03-23T13:05:27.490" v="97" actId="47"/>
        <pc:sldMkLst>
          <pc:docMk/>
          <pc:sldMk cId="3434225180" sldId="322"/>
        </pc:sldMkLst>
      </pc:sldChg>
      <pc:sldChg chg="del">
        <pc:chgData name="YD C" userId="0d18cc71d923e2ec" providerId="LiveId" clId="{BC9519F4-1E48-4345-A777-9CCD64C667EC}" dt="2026-03-23T13:05:35.146" v="103" actId="47"/>
        <pc:sldMkLst>
          <pc:docMk/>
          <pc:sldMk cId="3185886426" sldId="323"/>
        </pc:sldMkLst>
      </pc:sldChg>
      <pc:sldChg chg="del">
        <pc:chgData name="YD C" userId="0d18cc71d923e2ec" providerId="LiveId" clId="{BC9519F4-1E48-4345-A777-9CCD64C667EC}" dt="2026-03-23T13:05:33.395" v="101" actId="47"/>
        <pc:sldMkLst>
          <pc:docMk/>
          <pc:sldMk cId="1639185864" sldId="324"/>
        </pc:sldMkLst>
      </pc:sldChg>
      <pc:sldChg chg="add del ord">
        <pc:chgData name="YD C" userId="0d18cc71d923e2ec" providerId="LiveId" clId="{BC9519F4-1E48-4345-A777-9CCD64C667EC}" dt="2026-03-23T13:05:26.519" v="96" actId="47"/>
        <pc:sldMkLst>
          <pc:docMk/>
          <pc:sldMk cId="24805792" sldId="325"/>
        </pc:sldMkLst>
      </pc:sldChg>
      <pc:sldChg chg="modSp add mod ord">
        <pc:chgData name="YD C" userId="0d18cc71d923e2ec" providerId="LiveId" clId="{BC9519F4-1E48-4345-A777-9CCD64C667EC}" dt="2026-03-23T13:05:13.671" v="95" actId="20577"/>
        <pc:sldMkLst>
          <pc:docMk/>
          <pc:sldMk cId="3625963132" sldId="326"/>
        </pc:sldMkLst>
        <pc:spChg chg="mod">
          <ac:chgData name="YD C" userId="0d18cc71d923e2ec" providerId="LiveId" clId="{BC9519F4-1E48-4345-A777-9CCD64C667EC}" dt="2026-03-23T13:05:13.671" v="95" actId="20577"/>
          <ac:spMkLst>
            <pc:docMk/>
            <pc:sldMk cId="3625963132" sldId="326"/>
            <ac:spMk id="10" creationId="{00000000-0000-0000-0000-000000000000}"/>
          </ac:spMkLst>
        </pc:spChg>
      </pc:sldChg>
      <pc:sldChg chg="addSp modSp add mod ord">
        <pc:chgData name="YD C" userId="0d18cc71d923e2ec" providerId="LiveId" clId="{BC9519F4-1E48-4345-A777-9CCD64C667EC}" dt="2026-03-23T13:27:35.605" v="501" actId="2711"/>
        <pc:sldMkLst>
          <pc:docMk/>
          <pc:sldMk cId="3310343029" sldId="327"/>
        </pc:sldMkLst>
        <pc:spChg chg="mod">
          <ac:chgData name="YD C" userId="0d18cc71d923e2ec" providerId="LiveId" clId="{BC9519F4-1E48-4345-A777-9CCD64C667EC}" dt="2026-03-23T13:05:59.485" v="122" actId="120"/>
          <ac:spMkLst>
            <pc:docMk/>
            <pc:sldMk cId="3310343029" sldId="327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3T13:27:35.605" v="501" actId="2711"/>
          <ac:spMkLst>
            <pc:docMk/>
            <pc:sldMk cId="3310343029" sldId="327"/>
            <ac:spMk id="16" creationId="{A058F72B-CA8C-4132-A5D9-B286601ECF52}"/>
          </ac:spMkLst>
        </pc:spChg>
        <pc:spChg chg="mod">
          <ac:chgData name="YD C" userId="0d18cc71d923e2ec" providerId="LiveId" clId="{BC9519F4-1E48-4345-A777-9CCD64C667EC}" dt="2026-03-23T13:05:50.165" v="112" actId="20577"/>
          <ac:spMkLst>
            <pc:docMk/>
            <pc:sldMk cId="3310343029" sldId="327"/>
            <ac:spMk id="50" creationId="{00000000-0000-0000-0000-000000000000}"/>
          </ac:spMkLst>
        </pc:spChg>
        <pc:picChg chg="add mod">
          <ac:chgData name="YD C" userId="0d18cc71d923e2ec" providerId="LiveId" clId="{BC9519F4-1E48-4345-A777-9CCD64C667EC}" dt="2026-03-23T13:22:20.721" v="410" actId="1076"/>
          <ac:picMkLst>
            <pc:docMk/>
            <pc:sldMk cId="3310343029" sldId="327"/>
            <ac:picMk id="1026" creationId="{7B299870-6C99-4B1C-9E9A-5F0F9C8B7141}"/>
          </ac:picMkLst>
        </pc:picChg>
      </pc:sldChg>
      <pc:sldChg chg="addSp delSp modSp add mod ord">
        <pc:chgData name="YD C" userId="0d18cc71d923e2ec" providerId="LiveId" clId="{BC9519F4-1E48-4345-A777-9CCD64C667EC}" dt="2026-03-24T07:55:08.412" v="2473" actId="2711"/>
        <pc:sldMkLst>
          <pc:docMk/>
          <pc:sldMk cId="3097406604" sldId="328"/>
        </pc:sldMkLst>
        <pc:spChg chg="mod">
          <ac:chgData name="YD C" userId="0d18cc71d923e2ec" providerId="LiveId" clId="{BC9519F4-1E48-4345-A777-9CCD64C667EC}" dt="2026-03-23T13:30:36.617" v="571" actId="20577"/>
          <ac:spMkLst>
            <pc:docMk/>
            <pc:sldMk cId="3097406604" sldId="328"/>
            <ac:spMk id="10" creationId="{00000000-0000-0000-0000-000000000000}"/>
          </ac:spMkLst>
        </pc:spChg>
        <pc:spChg chg="add mod">
          <ac:chgData name="YD C" userId="0d18cc71d923e2ec" providerId="LiveId" clId="{BC9519F4-1E48-4345-A777-9CCD64C667EC}" dt="2026-03-24T07:55:08.412" v="2473" actId="2711"/>
          <ac:spMkLst>
            <pc:docMk/>
            <pc:sldMk cId="3097406604" sldId="328"/>
            <ac:spMk id="13" creationId="{7C03CC48-1FCA-46CD-9997-3EB0AE077AAB}"/>
          </ac:spMkLst>
        </pc:spChg>
        <pc:spChg chg="del mod">
          <ac:chgData name="YD C" userId="0d18cc71d923e2ec" providerId="LiveId" clId="{BC9519F4-1E48-4345-A777-9CCD64C667EC}" dt="2026-03-23T13:26:28.557" v="449" actId="478"/>
          <ac:spMkLst>
            <pc:docMk/>
            <pc:sldMk cId="3097406604" sldId="328"/>
            <ac:spMk id="16" creationId="{A058F72B-CA8C-4132-A5D9-B286601ECF52}"/>
          </ac:spMkLst>
        </pc:spChg>
        <pc:picChg chg="del">
          <ac:chgData name="YD C" userId="0d18cc71d923e2ec" providerId="LiveId" clId="{BC9519F4-1E48-4345-A777-9CCD64C667EC}" dt="2026-03-23T13:17:36.106" v="335" actId="478"/>
          <ac:picMkLst>
            <pc:docMk/>
            <pc:sldMk cId="3097406604" sldId="328"/>
            <ac:picMk id="1026" creationId="{7B299870-6C99-4B1C-9E9A-5F0F9C8B7141}"/>
          </ac:picMkLst>
        </pc:picChg>
      </pc:sldChg>
      <pc:sldChg chg="modSp mod modNotesTx">
        <pc:chgData name="YD C" userId="0d18cc71d923e2ec" providerId="LiveId" clId="{BC9519F4-1E48-4345-A777-9CCD64C667EC}" dt="2026-03-24T03:46:20.127" v="1603" actId="20577"/>
        <pc:sldMkLst>
          <pc:docMk/>
          <pc:sldMk cId="3768994228" sldId="329"/>
        </pc:sldMkLst>
        <pc:spChg chg="mod">
          <ac:chgData name="YD C" userId="0d18cc71d923e2ec" providerId="LiveId" clId="{BC9519F4-1E48-4345-A777-9CCD64C667EC}" dt="2026-03-24T02:58:23.487" v="1352" actId="2711"/>
          <ac:spMkLst>
            <pc:docMk/>
            <pc:sldMk cId="3768994228" sldId="329"/>
            <ac:spMk id="2" creationId="{8410A983-37E3-D3D9-A271-0B5BDD103C7C}"/>
          </ac:spMkLst>
        </pc:spChg>
      </pc:sldChg>
      <pc:sldChg chg="addSp delSp modSp mod modNotesTx">
        <pc:chgData name="YD C" userId="0d18cc71d923e2ec" providerId="LiveId" clId="{BC9519F4-1E48-4345-A777-9CCD64C667EC}" dt="2026-03-24T03:46:21.802" v="1604" actId="20577"/>
        <pc:sldMkLst>
          <pc:docMk/>
          <pc:sldMk cId="3257280993" sldId="330"/>
        </pc:sldMkLst>
        <pc:spChg chg="mod">
          <ac:chgData name="YD C" userId="0d18cc71d923e2ec" providerId="LiveId" clId="{BC9519F4-1E48-4345-A777-9CCD64C667EC}" dt="2026-03-24T03:14:45.822" v="1388" actId="113"/>
          <ac:spMkLst>
            <pc:docMk/>
            <pc:sldMk cId="3257280993" sldId="330"/>
            <ac:spMk id="2" creationId="{8410A983-37E3-D3D9-A271-0B5BDD103C7C}"/>
          </ac:spMkLst>
        </pc:spChg>
        <pc:spChg chg="mod">
          <ac:chgData name="YD C" userId="0d18cc71d923e2ec" providerId="LiveId" clId="{BC9519F4-1E48-4345-A777-9CCD64C667EC}" dt="2026-03-24T02:57:21.158" v="1333" actId="20577"/>
          <ac:spMkLst>
            <pc:docMk/>
            <pc:sldMk cId="3257280993" sldId="330"/>
            <ac:spMk id="10" creationId="{00000000-0000-0000-0000-000000000000}"/>
          </ac:spMkLst>
        </pc:spChg>
        <pc:spChg chg="add mod">
          <ac:chgData name="YD C" userId="0d18cc71d923e2ec" providerId="LiveId" clId="{BC9519F4-1E48-4345-A777-9CCD64C667EC}" dt="2026-03-24T03:18:59.122" v="1420" actId="113"/>
          <ac:spMkLst>
            <pc:docMk/>
            <pc:sldMk cId="3257280993" sldId="330"/>
            <ac:spMk id="15" creationId="{56AD37FF-2CA4-462E-BA76-DE66FA5C1E03}"/>
          </ac:spMkLst>
        </pc:spChg>
        <pc:picChg chg="add del mod">
          <ac:chgData name="YD C" userId="0d18cc71d923e2ec" providerId="LiveId" clId="{BC9519F4-1E48-4345-A777-9CCD64C667EC}" dt="2026-03-24T03:10:05.148" v="1363" actId="478"/>
          <ac:picMkLst>
            <pc:docMk/>
            <pc:sldMk cId="3257280993" sldId="330"/>
            <ac:picMk id="6" creationId="{B558660A-457F-42B3-BDF9-57D3F843D792}"/>
          </ac:picMkLst>
        </pc:picChg>
        <pc:picChg chg="add mod">
          <ac:chgData name="YD C" userId="0d18cc71d923e2ec" providerId="LiveId" clId="{BC9519F4-1E48-4345-A777-9CCD64C667EC}" dt="2026-03-24T03:10:18.653" v="1365" actId="1076"/>
          <ac:picMkLst>
            <pc:docMk/>
            <pc:sldMk cId="3257280993" sldId="330"/>
            <ac:picMk id="8" creationId="{32F63887-5E64-456B-B5E9-F1108DFFCBAA}"/>
          </ac:picMkLst>
        </pc:picChg>
      </pc:sldChg>
      <pc:sldChg chg="modSp add mod ord">
        <pc:chgData name="YD C" userId="0d18cc71d923e2ec" providerId="LiveId" clId="{BC9519F4-1E48-4345-A777-9CCD64C667EC}" dt="2026-03-24T03:19:37.077" v="1444" actId="20577"/>
        <pc:sldMkLst>
          <pc:docMk/>
          <pc:sldMk cId="1230229689" sldId="331"/>
        </pc:sldMkLst>
        <pc:spChg chg="mod">
          <ac:chgData name="YD C" userId="0d18cc71d923e2ec" providerId="LiveId" clId="{BC9519F4-1E48-4345-A777-9CCD64C667EC}" dt="2026-03-24T03:19:37.077" v="1444" actId="20577"/>
          <ac:spMkLst>
            <pc:docMk/>
            <pc:sldMk cId="1230229689" sldId="331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4T03:19:16.507" v="1425" actId="20577"/>
          <ac:spMkLst>
            <pc:docMk/>
            <pc:sldMk cId="1230229689" sldId="331"/>
            <ac:spMk id="50" creationId="{00000000-0000-0000-0000-000000000000}"/>
          </ac:spMkLst>
        </pc:spChg>
      </pc:sldChg>
      <pc:sldChg chg="addSp delSp modSp add mod ord modNotesTx">
        <pc:chgData name="YD C" userId="0d18cc71d923e2ec" providerId="LiveId" clId="{BC9519F4-1E48-4345-A777-9CCD64C667EC}" dt="2026-03-24T04:08:06.859" v="1657"/>
        <pc:sldMkLst>
          <pc:docMk/>
          <pc:sldMk cId="1558424783" sldId="332"/>
        </pc:sldMkLst>
        <pc:spChg chg="del mod">
          <ac:chgData name="YD C" userId="0d18cc71d923e2ec" providerId="LiveId" clId="{BC9519F4-1E48-4345-A777-9CCD64C667EC}" dt="2026-03-24T03:23:23.710" v="1475"/>
          <ac:spMkLst>
            <pc:docMk/>
            <pc:sldMk cId="1558424783" sldId="332"/>
            <ac:spMk id="2" creationId="{8410A983-37E3-D3D9-A271-0B5BDD103C7C}"/>
          </ac:spMkLst>
        </pc:spChg>
        <pc:spChg chg="mod">
          <ac:chgData name="YD C" userId="0d18cc71d923e2ec" providerId="LiveId" clId="{BC9519F4-1E48-4345-A777-9CCD64C667EC}" dt="2026-03-24T03:22:37.947" v="1466" actId="20577"/>
          <ac:spMkLst>
            <pc:docMk/>
            <pc:sldMk cId="1558424783" sldId="332"/>
            <ac:spMk id="10" creationId="{00000000-0000-0000-0000-000000000000}"/>
          </ac:spMkLst>
        </pc:spChg>
        <pc:spChg chg="del">
          <ac:chgData name="YD C" userId="0d18cc71d923e2ec" providerId="LiveId" clId="{BC9519F4-1E48-4345-A777-9CCD64C667EC}" dt="2026-03-24T03:19:48.208" v="1448" actId="478"/>
          <ac:spMkLst>
            <pc:docMk/>
            <pc:sldMk cId="1558424783" sldId="332"/>
            <ac:spMk id="15" creationId="{56AD37FF-2CA4-462E-BA76-DE66FA5C1E03}"/>
          </ac:spMkLst>
        </pc:spChg>
        <pc:spChg chg="mod">
          <ac:chgData name="YD C" userId="0d18cc71d923e2ec" providerId="LiveId" clId="{BC9519F4-1E48-4345-A777-9CCD64C667EC}" dt="2026-03-24T03:22:40.805" v="1468" actId="20577"/>
          <ac:spMkLst>
            <pc:docMk/>
            <pc:sldMk cId="1558424783" sldId="332"/>
            <ac:spMk id="50" creationId="{00000000-0000-0000-0000-000000000000}"/>
          </ac:spMkLst>
        </pc:spChg>
        <pc:picChg chg="add mod">
          <ac:chgData name="YD C" userId="0d18cc71d923e2ec" providerId="LiveId" clId="{BC9519F4-1E48-4345-A777-9CCD64C667EC}" dt="2026-03-24T03:23:44.528" v="1476" actId="1076"/>
          <ac:picMkLst>
            <pc:docMk/>
            <pc:sldMk cId="1558424783" sldId="332"/>
            <ac:picMk id="6" creationId="{61EC6866-022B-4626-B794-9F27CAAAB401}"/>
          </ac:picMkLst>
        </pc:picChg>
        <pc:picChg chg="del">
          <ac:chgData name="YD C" userId="0d18cc71d923e2ec" providerId="LiveId" clId="{BC9519F4-1E48-4345-A777-9CCD64C667EC}" dt="2026-03-24T03:19:51.082" v="1449" actId="478"/>
          <ac:picMkLst>
            <pc:docMk/>
            <pc:sldMk cId="1558424783" sldId="332"/>
            <ac:picMk id="8" creationId="{32F63887-5E64-456B-B5E9-F1108DFFCBAA}"/>
          </ac:picMkLst>
        </pc:picChg>
      </pc:sldChg>
      <pc:sldChg chg="addSp delSp modSp add mod modNotesTx">
        <pc:chgData name="YD C" userId="0d18cc71d923e2ec" providerId="LiveId" clId="{BC9519F4-1E48-4345-A777-9CCD64C667EC}" dt="2026-03-24T03:59:46.575" v="1608" actId="1076"/>
        <pc:sldMkLst>
          <pc:docMk/>
          <pc:sldMk cId="3479466854" sldId="333"/>
        </pc:sldMkLst>
        <pc:spChg chg="add mod">
          <ac:chgData name="YD C" userId="0d18cc71d923e2ec" providerId="LiveId" clId="{BC9519F4-1E48-4345-A777-9CCD64C667EC}" dt="2026-03-24T03:44:44.821" v="1551" actId="113"/>
          <ac:spMkLst>
            <pc:docMk/>
            <pc:sldMk cId="3479466854" sldId="333"/>
            <ac:spMk id="11" creationId="{4B7EA793-4E7A-4F6E-9BE2-6191CC9F59A7}"/>
          </ac:spMkLst>
        </pc:spChg>
        <pc:spChg chg="del">
          <ac:chgData name="YD C" userId="0d18cc71d923e2ec" providerId="LiveId" clId="{BC9519F4-1E48-4345-A777-9CCD64C667EC}" dt="2026-03-24T03:59:41.334" v="1607" actId="478"/>
          <ac:spMkLst>
            <pc:docMk/>
            <pc:sldMk cId="3479466854" sldId="333"/>
            <ac:spMk id="28" creationId="{00000000-0000-0000-0000-000000000000}"/>
          </ac:spMkLst>
        </pc:spChg>
        <pc:picChg chg="mod modCrop">
          <ac:chgData name="YD C" userId="0d18cc71d923e2ec" providerId="LiveId" clId="{BC9519F4-1E48-4345-A777-9CCD64C667EC}" dt="2026-03-24T03:59:46.575" v="1608" actId="1076"/>
          <ac:picMkLst>
            <pc:docMk/>
            <pc:sldMk cId="3479466854" sldId="333"/>
            <ac:picMk id="6" creationId="{61EC6866-022B-4626-B794-9F27CAAAB401}"/>
          </ac:picMkLst>
        </pc:picChg>
      </pc:sldChg>
      <pc:sldChg chg="new del">
        <pc:chgData name="YD C" userId="0d18cc71d923e2ec" providerId="LiveId" clId="{BC9519F4-1E48-4345-A777-9CCD64C667EC}" dt="2026-03-24T03:59:54.685" v="1610" actId="680"/>
        <pc:sldMkLst>
          <pc:docMk/>
          <pc:sldMk cId="583951001" sldId="334"/>
        </pc:sldMkLst>
      </pc:sldChg>
      <pc:sldChg chg="addSp delSp modSp add mod modNotesTx">
        <pc:chgData name="YD C" userId="0d18cc71d923e2ec" providerId="LiveId" clId="{BC9519F4-1E48-4345-A777-9CCD64C667EC}" dt="2026-03-24T08:32:58.084" v="2503"/>
        <pc:sldMkLst>
          <pc:docMk/>
          <pc:sldMk cId="2070729498" sldId="334"/>
        </pc:sldMkLst>
        <pc:spChg chg="mod">
          <ac:chgData name="YD C" userId="0d18cc71d923e2ec" providerId="LiveId" clId="{BC9519F4-1E48-4345-A777-9CCD64C667EC}" dt="2026-03-24T08:32:58.084" v="2503"/>
          <ac:spMkLst>
            <pc:docMk/>
            <pc:sldMk cId="2070729498" sldId="334"/>
            <ac:spMk id="11" creationId="{4B7EA793-4E7A-4F6E-9BE2-6191CC9F59A7}"/>
          </ac:spMkLst>
        </pc:spChg>
        <pc:picChg chg="add mod">
          <ac:chgData name="YD C" userId="0d18cc71d923e2ec" providerId="LiveId" clId="{BC9519F4-1E48-4345-A777-9CCD64C667EC}" dt="2026-03-24T06:08:03.464" v="1695" actId="1076"/>
          <ac:picMkLst>
            <pc:docMk/>
            <pc:sldMk cId="2070729498" sldId="334"/>
            <ac:picMk id="5" creationId="{F7823900-939E-4960-B063-E067D44D2E96}"/>
          </ac:picMkLst>
        </pc:picChg>
        <pc:picChg chg="del">
          <ac:chgData name="YD C" userId="0d18cc71d923e2ec" providerId="LiveId" clId="{BC9519F4-1E48-4345-A777-9CCD64C667EC}" dt="2026-03-24T04:04:53.306" v="1644" actId="478"/>
          <ac:picMkLst>
            <pc:docMk/>
            <pc:sldMk cId="2070729498" sldId="334"/>
            <ac:picMk id="6" creationId="{61EC6866-022B-4626-B794-9F27CAAAB401}"/>
          </ac:picMkLst>
        </pc:picChg>
      </pc:sldChg>
      <pc:sldChg chg="addSp delSp modSp add mod">
        <pc:chgData name="YD C" userId="0d18cc71d923e2ec" providerId="LiveId" clId="{BC9519F4-1E48-4345-A777-9CCD64C667EC}" dt="2026-03-24T08:43:46.807" v="2511"/>
        <pc:sldMkLst>
          <pc:docMk/>
          <pc:sldMk cId="1151977733" sldId="335"/>
        </pc:sldMkLst>
        <pc:spChg chg="mod">
          <ac:chgData name="YD C" userId="0d18cc71d923e2ec" providerId="LiveId" clId="{BC9519F4-1E48-4345-A777-9CCD64C667EC}" dt="2026-03-24T08:43:46.807" v="2511"/>
          <ac:spMkLst>
            <pc:docMk/>
            <pc:sldMk cId="1151977733" sldId="335"/>
            <ac:spMk id="11" creationId="{4B7EA793-4E7A-4F6E-9BE2-6191CC9F59A7}"/>
          </ac:spMkLst>
        </pc:spChg>
        <pc:picChg chg="del">
          <ac:chgData name="YD C" userId="0d18cc71d923e2ec" providerId="LiveId" clId="{BC9519F4-1E48-4345-A777-9CCD64C667EC}" dt="2026-03-24T06:14:55" v="1714" actId="478"/>
          <ac:picMkLst>
            <pc:docMk/>
            <pc:sldMk cId="1151977733" sldId="335"/>
            <ac:picMk id="5" creationId="{F7823900-939E-4960-B063-E067D44D2E96}"/>
          </ac:picMkLst>
        </pc:picChg>
        <pc:picChg chg="add mod">
          <ac:chgData name="YD C" userId="0d18cc71d923e2ec" providerId="LiveId" clId="{BC9519F4-1E48-4345-A777-9CCD64C667EC}" dt="2026-03-24T08:43:38.988" v="2505" actId="1076"/>
          <ac:picMkLst>
            <pc:docMk/>
            <pc:sldMk cId="1151977733" sldId="335"/>
            <ac:picMk id="6" creationId="{7E3C2788-61A0-4FA5-BF39-CAA8DD10945F}"/>
          </ac:picMkLst>
        </pc:picChg>
      </pc:sldChg>
      <pc:sldChg chg="new del">
        <pc:chgData name="YD C" userId="0d18cc71d923e2ec" providerId="LiveId" clId="{BC9519F4-1E48-4345-A777-9CCD64C667EC}" dt="2026-03-24T06:14:17.529" v="1707" actId="680"/>
        <pc:sldMkLst>
          <pc:docMk/>
          <pc:sldMk cId="2161612684" sldId="335"/>
        </pc:sldMkLst>
      </pc:sldChg>
      <pc:sldChg chg="addSp delSp modSp add mod ord">
        <pc:chgData name="YD C" userId="0d18cc71d923e2ec" providerId="LiveId" clId="{BC9519F4-1E48-4345-A777-9CCD64C667EC}" dt="2026-03-24T07:06:50.681" v="1796" actId="20577"/>
        <pc:sldMkLst>
          <pc:docMk/>
          <pc:sldMk cId="3223374436" sldId="336"/>
        </pc:sldMkLst>
        <pc:spChg chg="mod">
          <ac:chgData name="YD C" userId="0d18cc71d923e2ec" providerId="LiveId" clId="{BC9519F4-1E48-4345-A777-9CCD64C667EC}" dt="2026-03-24T07:06:50.681" v="1796" actId="20577"/>
          <ac:spMkLst>
            <pc:docMk/>
            <pc:sldMk cId="3223374436" sldId="336"/>
            <ac:spMk id="11" creationId="{4B7EA793-4E7A-4F6E-9BE2-6191CC9F59A7}"/>
          </ac:spMkLst>
        </pc:spChg>
        <pc:picChg chg="add mod modCrop">
          <ac:chgData name="YD C" userId="0d18cc71d923e2ec" providerId="LiveId" clId="{BC9519F4-1E48-4345-A777-9CCD64C667EC}" dt="2026-03-24T06:18:46.690" v="1765" actId="1076"/>
          <ac:picMkLst>
            <pc:docMk/>
            <pc:sldMk cId="3223374436" sldId="336"/>
            <ac:picMk id="5" creationId="{9F69C14A-6380-4B19-A266-7332543120F3}"/>
          </ac:picMkLst>
        </pc:picChg>
        <pc:picChg chg="del">
          <ac:chgData name="YD C" userId="0d18cc71d923e2ec" providerId="LiveId" clId="{BC9519F4-1E48-4345-A777-9CCD64C667EC}" dt="2026-03-24T06:16:56.018" v="1727" actId="478"/>
          <ac:picMkLst>
            <pc:docMk/>
            <pc:sldMk cId="3223374436" sldId="336"/>
            <ac:picMk id="6" creationId="{7E3C2788-61A0-4FA5-BF39-CAA8DD10945F}"/>
          </ac:picMkLst>
        </pc:picChg>
      </pc:sldChg>
      <pc:sldChg chg="addSp delSp modSp add mod">
        <pc:chgData name="YD C" userId="0d18cc71d923e2ec" providerId="LiveId" clId="{BC9519F4-1E48-4345-A777-9CCD64C667EC}" dt="2026-03-24T07:22:47.939" v="1949" actId="20577"/>
        <pc:sldMkLst>
          <pc:docMk/>
          <pc:sldMk cId="1581381995" sldId="337"/>
        </pc:sldMkLst>
        <pc:spChg chg="mod">
          <ac:chgData name="YD C" userId="0d18cc71d923e2ec" providerId="LiveId" clId="{BC9519F4-1E48-4345-A777-9CCD64C667EC}" dt="2026-03-24T07:22:47.939" v="1949" actId="20577"/>
          <ac:spMkLst>
            <pc:docMk/>
            <pc:sldMk cId="1581381995" sldId="337"/>
            <ac:spMk id="11" creationId="{4B7EA793-4E7A-4F6E-9BE2-6191CC9F59A7}"/>
          </ac:spMkLst>
        </pc:spChg>
        <pc:picChg chg="del">
          <ac:chgData name="YD C" userId="0d18cc71d923e2ec" providerId="LiveId" clId="{BC9519F4-1E48-4345-A777-9CCD64C667EC}" dt="2026-03-24T07:09:27.443" v="1810" actId="478"/>
          <ac:picMkLst>
            <pc:docMk/>
            <pc:sldMk cId="1581381995" sldId="337"/>
            <ac:picMk id="5" creationId="{9F69C14A-6380-4B19-A266-7332543120F3}"/>
          </ac:picMkLst>
        </pc:picChg>
        <pc:picChg chg="add mod">
          <ac:chgData name="YD C" userId="0d18cc71d923e2ec" providerId="LiveId" clId="{BC9519F4-1E48-4345-A777-9CCD64C667EC}" dt="2026-03-24T07:10:56.547" v="1827" actId="1076"/>
          <ac:picMkLst>
            <pc:docMk/>
            <pc:sldMk cId="1581381995" sldId="337"/>
            <ac:picMk id="6" creationId="{1408D1F0-30F9-42BE-8DCF-F98DEEC13012}"/>
          </ac:picMkLst>
        </pc:picChg>
      </pc:sldChg>
      <pc:sldChg chg="modSp add mod ord">
        <pc:chgData name="YD C" userId="0d18cc71d923e2ec" providerId="LiveId" clId="{BC9519F4-1E48-4345-A777-9CCD64C667EC}" dt="2026-03-24T07:14:36.331" v="1845"/>
        <pc:sldMkLst>
          <pc:docMk/>
          <pc:sldMk cId="4187288900" sldId="338"/>
        </pc:sldMkLst>
        <pc:spChg chg="mod">
          <ac:chgData name="YD C" userId="0d18cc71d923e2ec" providerId="LiveId" clId="{BC9519F4-1E48-4345-A777-9CCD64C667EC}" dt="2026-03-24T07:14:36.331" v="1845"/>
          <ac:spMkLst>
            <pc:docMk/>
            <pc:sldMk cId="4187288900" sldId="338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4T07:14:31.112" v="1834" actId="20577"/>
          <ac:spMkLst>
            <pc:docMk/>
            <pc:sldMk cId="4187288900" sldId="338"/>
            <ac:spMk id="50" creationId="{00000000-0000-0000-0000-000000000000}"/>
          </ac:spMkLst>
        </pc:spChg>
      </pc:sldChg>
      <pc:sldChg chg="delSp modSp add mod ord">
        <pc:chgData name="YD C" userId="0d18cc71d923e2ec" providerId="LiveId" clId="{BC9519F4-1E48-4345-A777-9CCD64C667EC}" dt="2026-03-24T07:27:38.170" v="2027" actId="113"/>
        <pc:sldMkLst>
          <pc:docMk/>
          <pc:sldMk cId="1856715736" sldId="339"/>
        </pc:sldMkLst>
        <pc:spChg chg="mod">
          <ac:chgData name="YD C" userId="0d18cc71d923e2ec" providerId="LiveId" clId="{BC9519F4-1E48-4345-A777-9CCD64C667EC}" dt="2026-03-24T07:15:11.284" v="1862" actId="20577"/>
          <ac:spMkLst>
            <pc:docMk/>
            <pc:sldMk cId="1856715736" sldId="339"/>
            <ac:spMk id="10" creationId="{00000000-0000-0000-0000-000000000000}"/>
          </ac:spMkLst>
        </pc:spChg>
        <pc:spChg chg="mod">
          <ac:chgData name="YD C" userId="0d18cc71d923e2ec" providerId="LiveId" clId="{BC9519F4-1E48-4345-A777-9CCD64C667EC}" dt="2026-03-24T07:27:38.170" v="2027" actId="113"/>
          <ac:spMkLst>
            <pc:docMk/>
            <pc:sldMk cId="1856715736" sldId="339"/>
            <ac:spMk id="11" creationId="{4B7EA793-4E7A-4F6E-9BE2-6191CC9F59A7}"/>
          </ac:spMkLst>
        </pc:spChg>
        <pc:spChg chg="mod">
          <ac:chgData name="YD C" userId="0d18cc71d923e2ec" providerId="LiveId" clId="{BC9519F4-1E48-4345-A777-9CCD64C667EC}" dt="2026-03-24T07:14:47.731" v="1850" actId="20577"/>
          <ac:spMkLst>
            <pc:docMk/>
            <pc:sldMk cId="1856715736" sldId="339"/>
            <ac:spMk id="50" creationId="{00000000-0000-0000-0000-000000000000}"/>
          </ac:spMkLst>
        </pc:spChg>
        <pc:picChg chg="del">
          <ac:chgData name="YD C" userId="0d18cc71d923e2ec" providerId="LiveId" clId="{BC9519F4-1E48-4345-A777-9CCD64C667EC}" dt="2026-03-24T07:15:16.146" v="1863" actId="478"/>
          <ac:picMkLst>
            <pc:docMk/>
            <pc:sldMk cId="1856715736" sldId="339"/>
            <ac:picMk id="6" creationId="{7E3C2788-61A0-4FA5-BF39-CAA8DD10945F}"/>
          </ac:picMkLst>
        </pc:picChg>
      </pc:sldChg>
      <pc:sldChg chg="addSp delSp modSp add mod">
        <pc:chgData name="YD C" userId="0d18cc71d923e2ec" providerId="LiveId" clId="{BC9519F4-1E48-4345-A777-9CCD64C667EC}" dt="2026-03-24T09:58:15.574" v="2686" actId="1076"/>
        <pc:sldMkLst>
          <pc:docMk/>
          <pc:sldMk cId="1202553649" sldId="340"/>
        </pc:sldMkLst>
        <pc:spChg chg="add del mod">
          <ac:chgData name="YD C" userId="0d18cc71d923e2ec" providerId="LiveId" clId="{BC9519F4-1E48-4345-A777-9CCD64C667EC}" dt="2026-03-24T08:50:53.150" v="2545"/>
          <ac:spMkLst>
            <pc:docMk/>
            <pc:sldMk cId="1202553649" sldId="340"/>
            <ac:spMk id="8" creationId="{4752724E-6626-4DAC-BB78-1FD976C105B6}"/>
          </ac:spMkLst>
        </pc:spChg>
        <pc:spChg chg="mod">
          <ac:chgData name="YD C" userId="0d18cc71d923e2ec" providerId="LiveId" clId="{BC9519F4-1E48-4345-A777-9CCD64C667EC}" dt="2026-03-24T08:58:48.017" v="2675" actId="20577"/>
          <ac:spMkLst>
            <pc:docMk/>
            <pc:sldMk cId="1202553649" sldId="340"/>
            <ac:spMk id="11" creationId="{4B7EA793-4E7A-4F6E-9BE2-6191CC9F59A7}"/>
          </ac:spMkLst>
        </pc:spChg>
        <pc:picChg chg="add mod">
          <ac:chgData name="YD C" userId="0d18cc71d923e2ec" providerId="LiveId" clId="{BC9519F4-1E48-4345-A777-9CCD64C667EC}" dt="2026-03-24T09:58:15.574" v="2686" actId="1076"/>
          <ac:picMkLst>
            <pc:docMk/>
            <pc:sldMk cId="1202553649" sldId="340"/>
            <ac:picMk id="5" creationId="{EFD00193-4CB1-4DDF-B296-853208764240}"/>
          </ac:picMkLst>
        </pc:picChg>
        <pc:picChg chg="add del mod">
          <ac:chgData name="YD C" userId="0d18cc71d923e2ec" providerId="LiveId" clId="{BC9519F4-1E48-4345-A777-9CCD64C667EC}" dt="2026-03-24T09:58:13.663" v="2685" actId="478"/>
          <ac:picMkLst>
            <pc:docMk/>
            <pc:sldMk cId="1202553649" sldId="340"/>
            <ac:picMk id="7" creationId="{D80C747F-21E5-4F21-AC6C-35C9763563BE}"/>
          </ac:picMkLst>
        </pc:picChg>
      </pc:sldChg>
      <pc:sldChg chg="add del">
        <pc:chgData name="YD C" userId="0d18cc71d923e2ec" providerId="LiveId" clId="{BC9519F4-1E48-4345-A777-9CCD64C667EC}" dt="2026-03-24T07:27:59.449" v="2044"/>
        <pc:sldMkLst>
          <pc:docMk/>
          <pc:sldMk cId="1618827363" sldId="341"/>
        </pc:sldMkLst>
      </pc:sldChg>
      <pc:sldChg chg="add del">
        <pc:chgData name="YD C" userId="0d18cc71d923e2ec" providerId="LiveId" clId="{BC9519F4-1E48-4345-A777-9CCD64C667EC}" dt="2026-03-24T07:28:04.329" v="2046"/>
        <pc:sldMkLst>
          <pc:docMk/>
          <pc:sldMk cId="1656831255" sldId="341"/>
        </pc:sldMkLst>
      </pc:sldChg>
      <pc:sldChg chg="addSp delSp modSp add mod">
        <pc:chgData name="YD C" userId="0d18cc71d923e2ec" providerId="LiveId" clId="{BC9519F4-1E48-4345-A777-9CCD64C667EC}" dt="2026-03-24T08:48:27.760" v="2531" actId="20577"/>
        <pc:sldMkLst>
          <pc:docMk/>
          <pc:sldMk cId="4287681354" sldId="341"/>
        </pc:sldMkLst>
        <pc:spChg chg="mod">
          <ac:chgData name="YD C" userId="0d18cc71d923e2ec" providerId="LiveId" clId="{BC9519F4-1E48-4345-A777-9CCD64C667EC}" dt="2026-03-24T08:48:27.760" v="2531" actId="20577"/>
          <ac:spMkLst>
            <pc:docMk/>
            <pc:sldMk cId="4287681354" sldId="341"/>
            <ac:spMk id="11" creationId="{4B7EA793-4E7A-4F6E-9BE2-6191CC9F59A7}"/>
          </ac:spMkLst>
        </pc:spChg>
        <pc:picChg chg="add mod">
          <ac:chgData name="YD C" userId="0d18cc71d923e2ec" providerId="LiveId" clId="{BC9519F4-1E48-4345-A777-9CCD64C667EC}" dt="2026-03-24T07:35:26.156" v="2142" actId="1076"/>
          <ac:picMkLst>
            <pc:docMk/>
            <pc:sldMk cId="4287681354" sldId="341"/>
            <ac:picMk id="5" creationId="{901BBF87-BBD6-4718-B387-B8D6077B16A3}"/>
          </ac:picMkLst>
        </pc:picChg>
        <pc:picChg chg="del">
          <ac:chgData name="YD C" userId="0d18cc71d923e2ec" providerId="LiveId" clId="{BC9519F4-1E48-4345-A777-9CCD64C667EC}" dt="2026-03-24T07:32:44.791" v="2129" actId="478"/>
          <ac:picMkLst>
            <pc:docMk/>
            <pc:sldMk cId="4287681354" sldId="341"/>
            <ac:picMk id="6" creationId="{7E3C2788-61A0-4FA5-BF39-CAA8DD10945F}"/>
          </ac:picMkLst>
        </pc:picChg>
      </pc:sldChg>
      <pc:sldChg chg="addSp delSp modSp add mod">
        <pc:chgData name="YD C" userId="0d18cc71d923e2ec" providerId="LiveId" clId="{BC9519F4-1E48-4345-A777-9CCD64C667EC}" dt="2026-03-24T10:22:47.847" v="2763"/>
        <pc:sldMkLst>
          <pc:docMk/>
          <pc:sldMk cId="1034909017" sldId="342"/>
        </pc:sldMkLst>
        <pc:spChg chg="mod">
          <ac:chgData name="YD C" userId="0d18cc71d923e2ec" providerId="LiveId" clId="{BC9519F4-1E48-4345-A777-9CCD64C667EC}" dt="2026-03-24T10:22:47.847" v="2763"/>
          <ac:spMkLst>
            <pc:docMk/>
            <pc:sldMk cId="1034909017" sldId="342"/>
            <ac:spMk id="11" creationId="{4B7EA793-4E7A-4F6E-9BE2-6191CC9F59A7}"/>
          </ac:spMkLst>
        </pc:spChg>
        <pc:picChg chg="del">
          <ac:chgData name="YD C" userId="0d18cc71d923e2ec" providerId="LiveId" clId="{BC9519F4-1E48-4345-A777-9CCD64C667EC}" dt="2026-03-24T09:49:45.108" v="2677" actId="478"/>
          <ac:picMkLst>
            <pc:docMk/>
            <pc:sldMk cId="1034909017" sldId="342"/>
            <ac:picMk id="5" creationId="{EFD00193-4CB1-4DDF-B296-853208764240}"/>
          </ac:picMkLst>
        </pc:picChg>
        <pc:picChg chg="add del mod">
          <ac:chgData name="YD C" userId="0d18cc71d923e2ec" providerId="LiveId" clId="{BC9519F4-1E48-4345-A777-9CCD64C667EC}" dt="2026-03-24T10:19:01.388" v="2724" actId="478"/>
          <ac:picMkLst>
            <pc:docMk/>
            <pc:sldMk cId="1034909017" sldId="342"/>
            <ac:picMk id="6" creationId="{CD278218-317A-4702-8B8F-2DA757605744}"/>
          </ac:picMkLst>
        </pc:picChg>
        <pc:picChg chg="del">
          <ac:chgData name="YD C" userId="0d18cc71d923e2ec" providerId="LiveId" clId="{BC9519F4-1E48-4345-A777-9CCD64C667EC}" dt="2026-03-24T09:49:45.108" v="2677" actId="478"/>
          <ac:picMkLst>
            <pc:docMk/>
            <pc:sldMk cId="1034909017" sldId="342"/>
            <ac:picMk id="7" creationId="{D80C747F-21E5-4F21-AC6C-35C9763563BE}"/>
          </ac:picMkLst>
        </pc:picChg>
        <pc:picChg chg="add mod">
          <ac:chgData name="YD C" userId="0d18cc71d923e2ec" providerId="LiveId" clId="{BC9519F4-1E48-4345-A777-9CCD64C667EC}" dt="2026-03-24T10:19:03.143" v="2725" actId="1076"/>
          <ac:picMkLst>
            <pc:docMk/>
            <pc:sldMk cId="1034909017" sldId="342"/>
            <ac:picMk id="9" creationId="{30F4EEF2-51B1-4CA4-BE1E-4BA1EE01EB74}"/>
          </ac:picMkLst>
        </pc:picChg>
        <pc:picChg chg="add mod">
          <ac:chgData name="YD C" userId="0d18cc71d923e2ec" providerId="LiveId" clId="{BC9519F4-1E48-4345-A777-9CCD64C667EC}" dt="2026-03-24T10:19:05.561" v="2726" actId="1076"/>
          <ac:picMkLst>
            <pc:docMk/>
            <pc:sldMk cId="1034909017" sldId="342"/>
            <ac:picMk id="14" creationId="{D06996CF-DB45-4F1B-B616-4C7C7F951301}"/>
          </ac:picMkLst>
        </pc:picChg>
      </pc:sldChg>
      <pc:sldChg chg="addSp delSp modSp add mod">
        <pc:chgData name="YD C" userId="0d18cc71d923e2ec" providerId="LiveId" clId="{BC9519F4-1E48-4345-A777-9CCD64C667EC}" dt="2026-03-24T11:06:14.307" v="2889" actId="14100"/>
        <pc:sldMkLst>
          <pc:docMk/>
          <pc:sldMk cId="3201421144" sldId="343"/>
        </pc:sldMkLst>
        <pc:spChg chg="mod">
          <ac:chgData name="YD C" userId="0d18cc71d923e2ec" providerId="LiveId" clId="{BC9519F4-1E48-4345-A777-9CCD64C667EC}" dt="2026-03-24T11:06:14.307" v="2889" actId="14100"/>
          <ac:spMkLst>
            <pc:docMk/>
            <pc:sldMk cId="3201421144" sldId="343"/>
            <ac:spMk id="11" creationId="{4B7EA793-4E7A-4F6E-9BE2-6191CC9F59A7}"/>
          </ac:spMkLst>
        </pc:spChg>
        <pc:picChg chg="add mod">
          <ac:chgData name="YD C" userId="0d18cc71d923e2ec" providerId="LiveId" clId="{BC9519F4-1E48-4345-A777-9CCD64C667EC}" dt="2026-03-24T11:00:30.601" v="2887" actId="1076"/>
          <ac:picMkLst>
            <pc:docMk/>
            <pc:sldMk cId="3201421144" sldId="343"/>
            <ac:picMk id="5" creationId="{F5B60FF2-68C4-4769-8F85-CCEC070C648A}"/>
          </ac:picMkLst>
        </pc:picChg>
        <pc:picChg chg="del">
          <ac:chgData name="YD C" userId="0d18cc71d923e2ec" providerId="LiveId" clId="{BC9519F4-1E48-4345-A777-9CCD64C667EC}" dt="2026-03-24T10:22:53.839" v="2765" actId="478"/>
          <ac:picMkLst>
            <pc:docMk/>
            <pc:sldMk cId="3201421144" sldId="343"/>
            <ac:picMk id="9" creationId="{30F4EEF2-51B1-4CA4-BE1E-4BA1EE01EB74}"/>
          </ac:picMkLst>
        </pc:picChg>
        <pc:picChg chg="del">
          <ac:chgData name="YD C" userId="0d18cc71d923e2ec" providerId="LiveId" clId="{BC9519F4-1E48-4345-A777-9CCD64C667EC}" dt="2026-03-24T10:22:53.839" v="2765" actId="478"/>
          <ac:picMkLst>
            <pc:docMk/>
            <pc:sldMk cId="3201421144" sldId="343"/>
            <ac:picMk id="14" creationId="{D06996CF-DB45-4F1B-B616-4C7C7F951301}"/>
          </ac:picMkLst>
        </pc:picChg>
      </pc:sldChg>
    </pc:docChg>
  </pc:docChgLst>
  <pc:docChgLst>
    <pc:chgData name="YD C" userId="0d18cc71d923e2ec" providerId="LiveId" clId="{EE40E3CB-2CDA-4523-8A40-B7DF303BDDB6}"/>
    <pc:docChg chg="undo custSel addSld delSld modSld sldOrd">
      <pc:chgData name="YD C" userId="0d18cc71d923e2ec" providerId="LiveId" clId="{EE40E3CB-2CDA-4523-8A40-B7DF303BDDB6}" dt="2026-03-16T12:54:03.829" v="6439" actId="1076"/>
      <pc:docMkLst>
        <pc:docMk/>
      </pc:docMkLst>
      <pc:sldChg chg="delSp modSp mod">
        <pc:chgData name="YD C" userId="0d18cc71d923e2ec" providerId="LiveId" clId="{EE40E3CB-2CDA-4523-8A40-B7DF303BDDB6}" dt="2026-03-13T07:41:06.504" v="843"/>
        <pc:sldMkLst>
          <pc:docMk/>
          <pc:sldMk cId="0" sldId="256"/>
        </pc:sldMkLst>
        <pc:spChg chg="mod">
          <ac:chgData name="YD C" userId="0d18cc71d923e2ec" providerId="LiveId" clId="{EE40E3CB-2CDA-4523-8A40-B7DF303BDDB6}" dt="2026-03-13T07:41:06.504" v="843"/>
          <ac:spMkLst>
            <pc:docMk/>
            <pc:sldMk cId="0" sldId="256"/>
            <ac:spMk id="30" creationId="{00000000-0000-0000-0000-000000000000}"/>
          </ac:spMkLst>
        </pc:spChg>
        <pc:spChg chg="mod">
          <ac:chgData name="YD C" userId="0d18cc71d923e2ec" providerId="LiveId" clId="{EE40E3CB-2CDA-4523-8A40-B7DF303BDDB6}" dt="2026-03-13T05:45:16.600" v="240" actId="1076"/>
          <ac:spMkLst>
            <pc:docMk/>
            <pc:sldMk cId="0" sldId="256"/>
            <ac:spMk id="34" creationId="{00000000-0000-0000-0000-000000000000}"/>
          </ac:spMkLst>
        </pc:spChg>
      </pc:sldChg>
      <pc:sldChg chg="addSp delSp modSp mod">
        <pc:chgData name="YD C" userId="0d18cc71d923e2ec" providerId="LiveId" clId="{EE40E3CB-2CDA-4523-8A40-B7DF303BDDB6}" dt="2026-03-13T10:50:00.911" v="3950" actId="1036"/>
        <pc:sldMkLst>
          <pc:docMk/>
          <pc:sldMk cId="0" sldId="257"/>
        </pc:sldMkLst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18" creationId="{70696D58-11C7-454F-B668-1DED72CDB425}"/>
          </ac:spMkLst>
        </pc:spChg>
        <pc:spChg chg="add 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19" creationId="{CD4AA811-1A31-471F-A845-319D019D9145}"/>
          </ac:spMkLst>
        </pc:spChg>
        <pc:spChg chg="add 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20" creationId="{FD1FAD55-D206-4026-B087-72210FCFAD5A}"/>
          </ac:spMkLst>
        </pc:spChg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50" creationId="{00000000-0000-0000-0000-000000000000}"/>
          </ac:spMkLst>
        </pc:spChg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YD C" userId="0d18cc71d923e2ec" providerId="LiveId" clId="{EE40E3CB-2CDA-4523-8A40-B7DF303BDDB6}" dt="2026-03-13T10:50:00.911" v="3950" actId="1036"/>
          <ac:spMkLst>
            <pc:docMk/>
            <pc:sldMk cId="0" sldId="257"/>
            <ac:spMk id="68" creationId="{00000000-0000-0000-0000-000000000000}"/>
          </ac:spMkLst>
        </pc:spChg>
      </pc:sldChg>
      <pc:sldChg chg="modSp mod">
        <pc:chgData name="YD C" userId="0d18cc71d923e2ec" providerId="LiveId" clId="{EE40E3CB-2CDA-4523-8A40-B7DF303BDDB6}" dt="2026-03-13T09:37:09.620" v="2215"/>
        <pc:sldMkLst>
          <pc:docMk/>
          <pc:sldMk cId="0" sldId="258"/>
        </pc:sldMkLst>
        <pc:spChg chg="mod">
          <ac:chgData name="YD C" userId="0d18cc71d923e2ec" providerId="LiveId" clId="{EE40E3CB-2CDA-4523-8A40-B7DF303BDDB6}" dt="2026-03-13T09:37:09.620" v="221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YD C" userId="0d18cc71d923e2ec" providerId="LiveId" clId="{EE40E3CB-2CDA-4523-8A40-B7DF303BDDB6}" dt="2026-03-13T09:37:05.553" v="2200" actId="20577"/>
          <ac:spMkLst>
            <pc:docMk/>
            <pc:sldMk cId="0" sldId="258"/>
            <ac:spMk id="50" creationId="{00000000-0000-0000-0000-000000000000}"/>
          </ac:spMkLst>
        </pc:spChg>
      </pc:sldChg>
      <pc:sldChg chg="modSp mod">
        <pc:chgData name="YD C" userId="0d18cc71d923e2ec" providerId="LiveId" clId="{EE40E3CB-2CDA-4523-8A40-B7DF303BDDB6}" dt="2026-03-13T09:06:32.179" v="1845" actId="1076"/>
        <pc:sldMkLst>
          <pc:docMk/>
          <pc:sldMk cId="0" sldId="259"/>
        </pc:sldMkLst>
        <pc:spChg chg="mod">
          <ac:chgData name="YD C" userId="0d18cc71d923e2ec" providerId="LiveId" clId="{EE40E3CB-2CDA-4523-8A40-B7DF303BDDB6}" dt="2026-03-13T09:06:32.179" v="1845" actId="1076"/>
          <ac:spMkLst>
            <pc:docMk/>
            <pc:sldMk cId="0" sldId="259"/>
            <ac:spMk id="10" creationId="{00000000-0000-0000-0000-000000000000}"/>
          </ac:spMkLst>
        </pc:spChg>
      </pc:sldChg>
      <pc:sldChg chg="addSp delSp modSp mod">
        <pc:chgData name="YD C" userId="0d18cc71d923e2ec" providerId="LiveId" clId="{EE40E3CB-2CDA-4523-8A40-B7DF303BDDB6}" dt="2026-03-16T11:20:50.776" v="5762" actId="20577"/>
        <pc:sldMkLst>
          <pc:docMk/>
          <pc:sldMk cId="0" sldId="262"/>
        </pc:sldMkLst>
        <pc:spChg chg="add mod">
          <ac:chgData name="YD C" userId="0d18cc71d923e2ec" providerId="LiveId" clId="{EE40E3CB-2CDA-4523-8A40-B7DF303BDDB6}" dt="2026-03-16T11:20:50.776" v="5762" actId="20577"/>
          <ac:spMkLst>
            <pc:docMk/>
            <pc:sldMk cId="0" sldId="262"/>
            <ac:spMk id="2" creationId="{82DEDDDF-C776-4005-A1DB-CE43455864DC}"/>
          </ac:spMkLst>
        </pc:spChg>
        <pc:spChg chg="mod">
          <ac:chgData name="YD C" userId="0d18cc71d923e2ec" providerId="LiveId" clId="{EE40E3CB-2CDA-4523-8A40-B7DF303BDDB6}" dt="2026-03-13T09:25:52.275" v="1920" actId="120"/>
          <ac:spMkLst>
            <pc:docMk/>
            <pc:sldMk cId="0" sldId="262"/>
            <ac:spMk id="10" creationId="{00000000-0000-0000-0000-000000000000}"/>
          </ac:spMkLst>
        </pc:spChg>
        <pc:picChg chg="add mod">
          <ac:chgData name="YD C" userId="0d18cc71d923e2ec" providerId="LiveId" clId="{EE40E3CB-2CDA-4523-8A40-B7DF303BDDB6}" dt="2026-03-13T07:33:50.166" v="289" actId="1076"/>
          <ac:picMkLst>
            <pc:docMk/>
            <pc:sldMk cId="0" sldId="262"/>
            <ac:picMk id="6" creationId="{ED3C2545-3DC9-493D-A6F9-0B05A0993FCF}"/>
          </ac:picMkLst>
        </pc:picChg>
      </pc:sldChg>
      <pc:sldChg chg="addSp delSp modSp add del mod">
        <pc:chgData name="YD C" userId="0d18cc71d923e2ec" providerId="LiveId" clId="{EE40E3CB-2CDA-4523-8A40-B7DF303BDDB6}" dt="2026-03-16T11:20:34.921" v="5751"/>
        <pc:sldMkLst>
          <pc:docMk/>
          <pc:sldMk cId="0" sldId="316"/>
        </pc:sldMkLst>
        <pc:spChg chg="mod">
          <ac:chgData name="YD C" userId="0d18cc71d923e2ec" providerId="LiveId" clId="{EE40E3CB-2CDA-4523-8A40-B7DF303BDDB6}" dt="2026-03-13T09:16:50.677" v="1860"/>
          <ac:spMkLst>
            <pc:docMk/>
            <pc:sldMk cId="0" sldId="316"/>
            <ac:spMk id="10" creationId="{00000000-0000-0000-0000-000000000000}"/>
          </ac:spMkLst>
        </pc:spChg>
        <pc:spChg chg="add mod">
          <ac:chgData name="YD C" userId="0d18cc71d923e2ec" providerId="LiveId" clId="{EE40E3CB-2CDA-4523-8A40-B7DF303BDDB6}" dt="2026-03-16T11:20:34.921" v="5751"/>
          <ac:spMkLst>
            <pc:docMk/>
            <pc:sldMk cId="0" sldId="316"/>
            <ac:spMk id="16" creationId="{A058F72B-CA8C-4132-A5D9-B286601ECF52}"/>
          </ac:spMkLst>
        </pc:spChg>
      </pc:sldChg>
      <pc:sldChg chg="delSp modSp add mod setBg">
        <pc:chgData name="YD C" userId="0d18cc71d923e2ec" providerId="LiveId" clId="{EE40E3CB-2CDA-4523-8A40-B7DF303BDDB6}" dt="2026-03-16T12:23:19.650" v="6118" actId="20577"/>
        <pc:sldMkLst>
          <pc:docMk/>
          <pc:sldMk cId="3470267755" sldId="319"/>
        </pc:sldMkLst>
        <pc:spChg chg="mod">
          <ac:chgData name="YD C" userId="0d18cc71d923e2ec" providerId="LiveId" clId="{EE40E3CB-2CDA-4523-8A40-B7DF303BDDB6}" dt="2026-03-16T12:23:19.650" v="6118" actId="20577"/>
          <ac:spMkLst>
            <pc:docMk/>
            <pc:sldMk cId="3470267755" sldId="319"/>
            <ac:spMk id="2" creationId="{82DEDDDF-C776-4005-A1DB-CE43455864DC}"/>
          </ac:spMkLst>
        </pc:spChg>
        <pc:spChg chg="mod">
          <ac:chgData name="YD C" userId="0d18cc71d923e2ec" providerId="LiveId" clId="{EE40E3CB-2CDA-4523-8A40-B7DF303BDDB6}" dt="2026-03-13T09:25:50.008" v="1919" actId="120"/>
          <ac:spMkLst>
            <pc:docMk/>
            <pc:sldMk cId="3470267755" sldId="319"/>
            <ac:spMk id="10" creationId="{00000000-0000-0000-0000-000000000000}"/>
          </ac:spMkLst>
        </pc:spChg>
      </pc:sldChg>
      <pc:sldChg chg="modSp add mod">
        <pc:chgData name="YD C" userId="0d18cc71d923e2ec" providerId="LiveId" clId="{EE40E3CB-2CDA-4523-8A40-B7DF303BDDB6}" dt="2026-03-16T12:38:11.676" v="6413" actId="207"/>
        <pc:sldMkLst>
          <pc:docMk/>
          <pc:sldMk cId="2191532299" sldId="320"/>
        </pc:sldMkLst>
        <pc:spChg chg="mod">
          <ac:chgData name="YD C" userId="0d18cc71d923e2ec" providerId="LiveId" clId="{EE40E3CB-2CDA-4523-8A40-B7DF303BDDB6}" dt="2026-03-16T12:38:11.676" v="6413" actId="207"/>
          <ac:spMkLst>
            <pc:docMk/>
            <pc:sldMk cId="2191532299" sldId="320"/>
            <ac:spMk id="2" creationId="{82DEDDDF-C776-4005-A1DB-CE43455864DC}"/>
          </ac:spMkLst>
        </pc:spChg>
        <pc:spChg chg="mod">
          <ac:chgData name="YD C" userId="0d18cc71d923e2ec" providerId="LiveId" clId="{EE40E3CB-2CDA-4523-8A40-B7DF303BDDB6}" dt="2026-03-13T09:26:25.478" v="1926" actId="20577"/>
          <ac:spMkLst>
            <pc:docMk/>
            <pc:sldMk cId="2191532299" sldId="320"/>
            <ac:spMk id="10" creationId="{00000000-0000-0000-0000-000000000000}"/>
          </ac:spMkLst>
        </pc:spChg>
      </pc:sldChg>
      <pc:sldChg chg="add">
        <pc:chgData name="YD C" userId="0d18cc71d923e2ec" providerId="LiveId" clId="{EE40E3CB-2CDA-4523-8A40-B7DF303BDDB6}" dt="2026-03-13T09:37:02.665" v="2198"/>
        <pc:sldMkLst>
          <pc:docMk/>
          <pc:sldMk cId="2493740343" sldId="321"/>
        </pc:sldMkLst>
      </pc:sldChg>
      <pc:sldChg chg="delSp modSp add mod ord setBg">
        <pc:chgData name="YD C" userId="0d18cc71d923e2ec" providerId="LiveId" clId="{EE40E3CB-2CDA-4523-8A40-B7DF303BDDB6}" dt="2026-03-16T11:20:03.824" v="5733"/>
        <pc:sldMkLst>
          <pc:docMk/>
          <pc:sldMk cId="3434225180" sldId="322"/>
        </pc:sldMkLst>
        <pc:spChg chg="mod">
          <ac:chgData name="YD C" userId="0d18cc71d923e2ec" providerId="LiveId" clId="{EE40E3CB-2CDA-4523-8A40-B7DF303BDDB6}" dt="2026-03-16T11:20:03.824" v="5733"/>
          <ac:spMkLst>
            <pc:docMk/>
            <pc:sldMk cId="3434225180" sldId="322"/>
            <ac:spMk id="2" creationId="{82DEDDDF-C776-4005-A1DB-CE43455864DC}"/>
          </ac:spMkLst>
        </pc:spChg>
        <pc:spChg chg="mod">
          <ac:chgData name="YD C" userId="0d18cc71d923e2ec" providerId="LiveId" clId="{EE40E3CB-2CDA-4523-8A40-B7DF303BDDB6}" dt="2026-03-13T09:37:28.730" v="2242" actId="6549"/>
          <ac:spMkLst>
            <pc:docMk/>
            <pc:sldMk cId="3434225180" sldId="322"/>
            <ac:spMk id="10" creationId="{00000000-0000-0000-0000-000000000000}"/>
          </ac:spMkLst>
        </pc:spChg>
      </pc:sldChg>
      <pc:sldChg chg="addSp delSp modSp add mod modNotesTx">
        <pc:chgData name="YD C" userId="0d18cc71d923e2ec" providerId="LiveId" clId="{EE40E3CB-2CDA-4523-8A40-B7DF303BDDB6}" dt="2026-03-16T12:54:03.829" v="6439" actId="1076"/>
        <pc:sldMkLst>
          <pc:docMk/>
          <pc:sldMk cId="3185886426" sldId="323"/>
        </pc:sldMkLst>
        <pc:spChg chg="mod">
          <ac:chgData name="YD C" userId="0d18cc71d923e2ec" providerId="LiveId" clId="{EE40E3CB-2CDA-4523-8A40-B7DF303BDDB6}" dt="2026-03-16T12:53:23.920" v="6426" actId="20577"/>
          <ac:spMkLst>
            <pc:docMk/>
            <pc:sldMk cId="3185886426" sldId="323"/>
            <ac:spMk id="2" creationId="{82DEDDDF-C776-4005-A1DB-CE43455864DC}"/>
          </ac:spMkLst>
        </pc:spChg>
        <pc:picChg chg="add del mod">
          <ac:chgData name="YD C" userId="0d18cc71d923e2ec" providerId="LiveId" clId="{EE40E3CB-2CDA-4523-8A40-B7DF303BDDB6}" dt="2026-03-16T12:53:34.715" v="6434" actId="22"/>
          <ac:picMkLst>
            <pc:docMk/>
            <pc:sldMk cId="3185886426" sldId="323"/>
            <ac:picMk id="6" creationId="{97D98626-A703-4BE4-A2DC-128506A13739}"/>
          </ac:picMkLst>
        </pc:picChg>
        <pc:picChg chg="add mod">
          <ac:chgData name="YD C" userId="0d18cc71d923e2ec" providerId="LiveId" clId="{EE40E3CB-2CDA-4523-8A40-B7DF303BDDB6}" dt="2026-03-16T12:54:03.829" v="6439" actId="1076"/>
          <ac:picMkLst>
            <pc:docMk/>
            <pc:sldMk cId="3185886426" sldId="323"/>
            <ac:picMk id="8" creationId="{8EB22C55-DE94-4115-A053-08CB1F874060}"/>
          </ac:picMkLst>
        </pc:picChg>
      </pc:sldChg>
      <pc:sldChg chg="addSp delSp modSp add mod">
        <pc:chgData name="YD C" userId="0d18cc71d923e2ec" providerId="LiveId" clId="{EE40E3CB-2CDA-4523-8A40-B7DF303BDDB6}" dt="2026-03-16T09:50:46.362" v="5481"/>
        <pc:sldMkLst>
          <pc:docMk/>
          <pc:sldMk cId="1639185864" sldId="324"/>
        </pc:sldMkLst>
        <pc:spChg chg="del">
          <ac:chgData name="YD C" userId="0d18cc71d923e2ec" providerId="LiveId" clId="{EE40E3CB-2CDA-4523-8A40-B7DF303BDDB6}" dt="2026-03-16T09:09:53.258" v="5083" actId="478"/>
          <ac:spMkLst>
            <pc:docMk/>
            <pc:sldMk cId="1639185864" sldId="324"/>
            <ac:spMk id="2" creationId="{82DEDDDF-C776-4005-A1DB-CE43455864DC}"/>
          </ac:spMkLst>
        </pc:spChg>
        <pc:spChg chg="add mod">
          <ac:chgData name="YD C" userId="0d18cc71d923e2ec" providerId="LiveId" clId="{EE40E3CB-2CDA-4523-8A40-B7DF303BDDB6}" dt="2026-03-16T09:49:41.165" v="5410" actId="255"/>
          <ac:spMkLst>
            <pc:docMk/>
            <pc:sldMk cId="1639185864" sldId="324"/>
            <ac:spMk id="17" creationId="{C0835251-6FB0-4A5A-8F02-C890AF94711D}"/>
          </ac:spMkLst>
        </pc:spChg>
        <pc:spChg chg="add mod">
          <ac:chgData name="YD C" userId="0d18cc71d923e2ec" providerId="LiveId" clId="{EE40E3CB-2CDA-4523-8A40-B7DF303BDDB6}" dt="2026-03-16T09:50:46.362" v="5481"/>
          <ac:spMkLst>
            <pc:docMk/>
            <pc:sldMk cId="1639185864" sldId="324"/>
            <ac:spMk id="18" creationId="{60278918-B319-43BD-A1BA-29C534FC1B79}"/>
          </ac:spMkLst>
        </pc:spChg>
        <pc:picChg chg="add del mod">
          <ac:chgData name="YD C" userId="0d18cc71d923e2ec" providerId="LiveId" clId="{EE40E3CB-2CDA-4523-8A40-B7DF303BDDB6}" dt="2026-03-16T09:10:12.803" v="5085" actId="478"/>
          <ac:picMkLst>
            <pc:docMk/>
            <pc:sldMk cId="1639185864" sldId="324"/>
            <ac:picMk id="6" creationId="{98249BEF-7A02-4DA7-9B65-AB2549628E56}"/>
          </ac:picMkLst>
        </pc:picChg>
        <pc:picChg chg="add del mod">
          <ac:chgData name="YD C" userId="0d18cc71d923e2ec" providerId="LiveId" clId="{EE40E3CB-2CDA-4523-8A40-B7DF303BDDB6}" dt="2026-03-16T09:32:50.481" v="5094" actId="478"/>
          <ac:picMkLst>
            <pc:docMk/>
            <pc:sldMk cId="1639185864" sldId="324"/>
            <ac:picMk id="8" creationId="{C0C19013-2CD5-4460-9DC1-CFFBB615C676}"/>
          </ac:picMkLst>
        </pc:picChg>
        <pc:picChg chg="add del mod">
          <ac:chgData name="YD C" userId="0d18cc71d923e2ec" providerId="LiveId" clId="{EE40E3CB-2CDA-4523-8A40-B7DF303BDDB6}" dt="2026-03-16T09:48:28.658" v="5353" actId="478"/>
          <ac:picMkLst>
            <pc:docMk/>
            <pc:sldMk cId="1639185864" sldId="324"/>
            <ac:picMk id="14" creationId="{0A9A4A56-A5E1-429E-B540-D6C98340C53B}"/>
          </ac:picMkLst>
        </pc:picChg>
        <pc:picChg chg="add mod">
          <ac:chgData name="YD C" userId="0d18cc71d923e2ec" providerId="LiveId" clId="{EE40E3CB-2CDA-4523-8A40-B7DF303BDDB6}" dt="2026-03-16T09:48:46.880" v="5359" actId="1076"/>
          <ac:picMkLst>
            <pc:docMk/>
            <pc:sldMk cId="1639185864" sldId="324"/>
            <ac:picMk id="16" creationId="{A5C8FEDD-34BA-4AA1-B048-FF8ABE2EE0E3}"/>
          </ac:picMkLst>
        </pc:picChg>
        <pc:cxnChg chg="add del">
          <ac:chgData name="YD C" userId="0d18cc71d923e2ec" providerId="LiveId" clId="{EE40E3CB-2CDA-4523-8A40-B7DF303BDDB6}" dt="2026-03-16T09:20:08.479" v="5093" actId="11529"/>
          <ac:cxnSpMkLst>
            <pc:docMk/>
            <pc:sldMk cId="1639185864" sldId="324"/>
            <ac:cxnSpMk id="11" creationId="{B87D2502-75CB-488C-84FA-93821CB377DE}"/>
          </ac:cxnSpMkLst>
        </pc:cxnChg>
      </pc:sldChg>
      <pc:sldChg chg="modSp add del mod">
        <pc:chgData name="YD C" userId="0d18cc71d923e2ec" providerId="LiveId" clId="{EE40E3CB-2CDA-4523-8A40-B7DF303BDDB6}" dt="2026-03-16T12:23:29.216" v="6119" actId="47"/>
        <pc:sldMkLst>
          <pc:docMk/>
          <pc:sldMk cId="1462579636" sldId="325"/>
        </pc:sldMkLst>
        <pc:spChg chg="mod">
          <ac:chgData name="YD C" userId="0d18cc71d923e2ec" providerId="LiveId" clId="{EE40E3CB-2CDA-4523-8A40-B7DF303BDDB6}" dt="2026-03-16T12:20:08.010" v="5884" actId="20577"/>
          <ac:spMkLst>
            <pc:docMk/>
            <pc:sldMk cId="1462579636" sldId="325"/>
            <ac:spMk id="2" creationId="{82DEDDDF-C776-4005-A1DB-CE43455864DC}"/>
          </ac:spMkLst>
        </pc:spChg>
      </pc:sldChg>
    </pc:docChg>
  </pc:docChgLst>
  <pc:docChgLst>
    <pc:chgData name="YD C" userId="0d18cc71d923e2ec" providerId="LiveId" clId="{F6DD3539-781A-440E-AB74-88C487BEEF7D}"/>
    <pc:docChg chg="undo custSel addSld modSld">
      <pc:chgData name="YD C" userId="0d18cc71d923e2ec" providerId="LiveId" clId="{F6DD3539-781A-440E-AB74-88C487BEEF7D}" dt="2026-03-23T16:52:55.502" v="489" actId="478"/>
      <pc:docMkLst>
        <pc:docMk/>
      </pc:docMkLst>
      <pc:sldChg chg="modSp mod">
        <pc:chgData name="YD C" userId="0d18cc71d923e2ec" providerId="LiveId" clId="{F6DD3539-781A-440E-AB74-88C487BEEF7D}" dt="2026-03-23T15:50:01.202" v="325" actId="1076"/>
        <pc:sldMkLst>
          <pc:docMk/>
          <pc:sldMk cId="0" sldId="266"/>
        </pc:sldMkLst>
        <pc:spChg chg="mod">
          <ac:chgData name="YD C" userId="0d18cc71d923e2ec" providerId="LiveId" clId="{F6DD3539-781A-440E-AB74-88C487BEEF7D}" dt="2026-03-23T15:50:01.202" v="325" actId="1076"/>
          <ac:spMkLst>
            <pc:docMk/>
            <pc:sldMk cId="0" sldId="266"/>
            <ac:spMk id="31" creationId="{00000000-0000-0000-0000-000000000000}"/>
          </ac:spMkLst>
        </pc:spChg>
      </pc:sldChg>
      <pc:sldChg chg="addSp delSp modSp mod modNotesTx">
        <pc:chgData name="YD C" userId="0d18cc71d923e2ec" providerId="LiveId" clId="{F6DD3539-781A-440E-AB74-88C487BEEF7D}" dt="2026-03-23T16:13:19.321" v="410"/>
        <pc:sldMkLst>
          <pc:docMk/>
          <pc:sldMk cId="0" sldId="316"/>
        </pc:sldMkLst>
        <pc:spChg chg="add mod">
          <ac:chgData name="YD C" userId="0d18cc71d923e2ec" providerId="LiveId" clId="{F6DD3539-781A-440E-AB74-88C487BEEF7D}" dt="2026-03-23T16:13:19.321" v="410"/>
          <ac:spMkLst>
            <pc:docMk/>
            <pc:sldMk cId="0" sldId="316"/>
            <ac:spMk id="2" creationId="{8410A983-37E3-D3D9-A271-0B5BDD103C7C}"/>
          </ac:spMkLst>
        </pc:spChg>
        <pc:spChg chg="mod">
          <ac:chgData name="YD C" userId="0d18cc71d923e2ec" providerId="LiveId" clId="{F6DD3539-781A-440E-AB74-88C487BEEF7D}" dt="2026-03-23T15:23:52.751" v="9" actId="120"/>
          <ac:spMkLst>
            <pc:docMk/>
            <pc:sldMk cId="0" sldId="316"/>
            <ac:spMk id="10" creationId="{00000000-0000-0000-0000-000000000000}"/>
          </ac:spMkLst>
        </pc:spChg>
        <pc:spChg chg="del mod">
          <ac:chgData name="YD C" userId="0d18cc71d923e2ec" providerId="LiveId" clId="{F6DD3539-781A-440E-AB74-88C487BEEF7D}" dt="2026-03-23T15:31:25.212" v="10" actId="478"/>
          <ac:spMkLst>
            <pc:docMk/>
            <pc:sldMk cId="0" sldId="316"/>
            <ac:spMk id="16" creationId="{A058F72B-CA8C-4132-A5D9-B286601ECF52}"/>
          </ac:spMkLst>
        </pc:spChg>
        <pc:picChg chg="add mod">
          <ac:chgData name="YD C" userId="0d18cc71d923e2ec" providerId="LiveId" clId="{F6DD3539-781A-440E-AB74-88C487BEEF7D}" dt="2026-03-23T16:12:42.099" v="358" actId="1076"/>
          <ac:picMkLst>
            <pc:docMk/>
            <pc:sldMk cId="0" sldId="316"/>
            <ac:picMk id="6" creationId="{37EDFAE7-6F70-4BFE-2539-93CA13F97749}"/>
          </ac:picMkLst>
        </pc:picChg>
      </pc:sldChg>
      <pc:sldChg chg="modSp mod">
        <pc:chgData name="YD C" userId="0d18cc71d923e2ec" providerId="LiveId" clId="{F6DD3539-781A-440E-AB74-88C487BEEF7D}" dt="2026-03-23T14:58:19.214" v="6" actId="948"/>
        <pc:sldMkLst>
          <pc:docMk/>
          <pc:sldMk cId="3310343029" sldId="327"/>
        </pc:sldMkLst>
        <pc:spChg chg="mod">
          <ac:chgData name="YD C" userId="0d18cc71d923e2ec" providerId="LiveId" clId="{F6DD3539-781A-440E-AB74-88C487BEEF7D}" dt="2026-03-23T14:58:19.214" v="6" actId="948"/>
          <ac:spMkLst>
            <pc:docMk/>
            <pc:sldMk cId="3310343029" sldId="327"/>
            <ac:spMk id="16" creationId="{A058F72B-CA8C-4132-A5D9-B286601ECF52}"/>
          </ac:spMkLst>
        </pc:spChg>
      </pc:sldChg>
      <pc:sldChg chg="modSp mod">
        <pc:chgData name="YD C" userId="0d18cc71d923e2ec" providerId="LiveId" clId="{F6DD3539-781A-440E-AB74-88C487BEEF7D}" dt="2026-03-23T14:57:54.567" v="4" actId="20577"/>
        <pc:sldMkLst>
          <pc:docMk/>
          <pc:sldMk cId="3097406604" sldId="328"/>
        </pc:sldMkLst>
        <pc:spChg chg="mod">
          <ac:chgData name="YD C" userId="0d18cc71d923e2ec" providerId="LiveId" clId="{F6DD3539-781A-440E-AB74-88C487BEEF7D}" dt="2026-03-23T14:57:54.567" v="4" actId="20577"/>
          <ac:spMkLst>
            <pc:docMk/>
            <pc:sldMk cId="3097406604" sldId="328"/>
            <ac:spMk id="13" creationId="{7C03CC48-1FCA-46CD-9997-3EB0AE077AAB}"/>
          </ac:spMkLst>
        </pc:spChg>
      </pc:sldChg>
      <pc:sldChg chg="addSp delSp modSp add mod">
        <pc:chgData name="YD C" userId="0d18cc71d923e2ec" providerId="LiveId" clId="{F6DD3539-781A-440E-AB74-88C487BEEF7D}" dt="2026-03-23T16:36:49.033" v="487" actId="1076"/>
        <pc:sldMkLst>
          <pc:docMk/>
          <pc:sldMk cId="3768994228" sldId="329"/>
        </pc:sldMkLst>
        <pc:spChg chg="mod">
          <ac:chgData name="YD C" userId="0d18cc71d923e2ec" providerId="LiveId" clId="{F6DD3539-781A-440E-AB74-88C487BEEF7D}" dt="2026-03-23T16:36:25.663" v="483"/>
          <ac:spMkLst>
            <pc:docMk/>
            <pc:sldMk cId="3768994228" sldId="329"/>
            <ac:spMk id="2" creationId="{8410A983-37E3-D3D9-A271-0B5BDD103C7C}"/>
          </ac:spMkLst>
        </pc:spChg>
        <pc:picChg chg="del">
          <ac:chgData name="YD C" userId="0d18cc71d923e2ec" providerId="LiveId" clId="{F6DD3539-781A-440E-AB74-88C487BEEF7D}" dt="2026-03-23T16:13:28.410" v="412" actId="478"/>
          <ac:picMkLst>
            <pc:docMk/>
            <pc:sldMk cId="3768994228" sldId="329"/>
            <ac:picMk id="6" creationId="{37EDFAE7-6F70-4BFE-2539-93CA13F97749}"/>
          </ac:picMkLst>
        </pc:picChg>
        <pc:picChg chg="add mod">
          <ac:chgData name="YD C" userId="0d18cc71d923e2ec" providerId="LiveId" clId="{F6DD3539-781A-440E-AB74-88C487BEEF7D}" dt="2026-03-23T16:36:49.033" v="487" actId="1076"/>
          <ac:picMkLst>
            <pc:docMk/>
            <pc:sldMk cId="3768994228" sldId="329"/>
            <ac:picMk id="7" creationId="{1FAF8686-25B4-D37A-A9EB-EAC08699BC3C}"/>
          </ac:picMkLst>
        </pc:picChg>
      </pc:sldChg>
      <pc:sldChg chg="delSp add mod">
        <pc:chgData name="YD C" userId="0d18cc71d923e2ec" providerId="LiveId" clId="{F6DD3539-781A-440E-AB74-88C487BEEF7D}" dt="2026-03-23T16:52:55.502" v="489" actId="478"/>
        <pc:sldMkLst>
          <pc:docMk/>
          <pc:sldMk cId="3257280993" sldId="330"/>
        </pc:sldMkLst>
        <pc:picChg chg="del">
          <ac:chgData name="YD C" userId="0d18cc71d923e2ec" providerId="LiveId" clId="{F6DD3539-781A-440E-AB74-88C487BEEF7D}" dt="2026-03-23T16:52:55.502" v="489" actId="478"/>
          <ac:picMkLst>
            <pc:docMk/>
            <pc:sldMk cId="3257280993" sldId="330"/>
            <ac:picMk id="7" creationId="{1FAF8686-25B4-D37A-A9EB-EAC08699BC3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中宋简" panose="02010609000101010101" charset="-128"/>
              <a:ea typeface="汉仪中宋简" panose="02010609000101010101" charset="-128"/>
              <a:cs typeface="汉仪中宋简" panose="02010609000101010101" charset="-128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汉仪中宋简" panose="02010609000101010101" charset="-128"/>
              </a:rPr>
              <a:t>2026/3/24</a:t>
            </a:fld>
            <a:endParaRPr lang="zh-CN" altLang="en-US">
              <a:cs typeface="汉仪中宋简" panose="02010609000101010101" charset="-128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中宋简" panose="02010609000101010101" charset="-128"/>
              <a:ea typeface="汉仪中宋简" panose="02010609000101010101" charset="-128"/>
              <a:cs typeface="汉仪中宋简" panose="02010609000101010101" charset="-128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汉仪中宋简" panose="02010609000101010101" charset="-128"/>
              </a:rPr>
              <a:t>‹#›</a:t>
            </a:fld>
            <a:endParaRPr lang="zh-CN" altLang="en-US">
              <a:cs typeface="汉仪中宋简" panose="0201060900010101010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D2A48B96-639E-45A3-A0BA-2464DFDB1FAA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中宋简" panose="02010609000101010101" charset="-128"/>
        <a:ea typeface="汉仪中宋简" panose="02010609000101010101" charset="-128"/>
        <a:cs typeface="汉仪中宋简" panose="02010609000101010101" charset="-12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en-US" altLang="zh-CN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995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04521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1324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Message structure by type: </a:t>
            </a:r>
            <a:r>
              <a:rPr lang="zh-CN" altLang="en-US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决定了消息的名称，消息发给谁，消息有多长，消息由谁来发</a:t>
            </a:r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Signals located within messages</a:t>
            </a:r>
            <a:r>
              <a:rPr lang="zh-CN" altLang="en-US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：消息的名称，开始的比特，长度，字节顺序，缩放比例，偏移量，最小、最大值，单位，接受者</a:t>
            </a:r>
            <a:endParaRPr lang="en-US" altLang="zh-CN" dirty="0">
              <a:effectLst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26804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0991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7509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 err="1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Xcorr</a:t>
            </a:r>
            <a:r>
              <a:rPr lang="en-US" altLang="zh-CN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苹方 中等" panose="020B0400000000000000" pitchFamily="34" charset="-122"/>
                <a:ea typeface="苹方 中等" panose="020B0400000000000000" pitchFamily="34" charset="-122"/>
                <a:cs typeface="Times New Roman" panose="02020603050405020304" pitchFamily="18" charset="0"/>
              </a:rPr>
              <a:t>互相关分析</a:t>
            </a:r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52501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082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85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877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045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441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8576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13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584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4820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7450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b="1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8473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39370"/>
            <a:ext cx="12192000" cy="6897370"/>
            <a:chOff x="0" y="-62"/>
            <a:chExt cx="19200" cy="10862"/>
          </a:xfrm>
        </p:grpSpPr>
        <p:sp>
          <p:nvSpPr>
            <p:cNvPr id="5" name="任意多边形 4"/>
            <p:cNvSpPr/>
            <p:nvPr userDrawn="1"/>
          </p:nvSpPr>
          <p:spPr>
            <a:xfrm>
              <a:off x="0" y="3464"/>
              <a:ext cx="10851" cy="733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0851" h="7336">
                  <a:moveTo>
                    <a:pt x="3244" y="0"/>
                  </a:moveTo>
                  <a:cubicBezTo>
                    <a:pt x="7349" y="0"/>
                    <a:pt x="10696" y="3250"/>
                    <a:pt x="10850" y="7318"/>
                  </a:cubicBezTo>
                  <a:lnTo>
                    <a:pt x="10851" y="7336"/>
                  </a:lnTo>
                  <a:lnTo>
                    <a:pt x="0" y="7336"/>
                  </a:lnTo>
                  <a:lnTo>
                    <a:pt x="0" y="724"/>
                  </a:lnTo>
                  <a:lnTo>
                    <a:pt x="27" y="711"/>
                  </a:lnTo>
                  <a:cubicBezTo>
                    <a:pt x="1004" y="255"/>
                    <a:pt x="2094" y="0"/>
                    <a:pt x="3244" y="0"/>
                  </a:cubicBezTo>
                  <a:close/>
                </a:path>
              </a:pathLst>
            </a:cu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4" name="任意多边形 3"/>
            <p:cNvSpPr/>
            <p:nvPr userDrawn="1"/>
          </p:nvSpPr>
          <p:spPr>
            <a:xfrm>
              <a:off x="0" y="-62"/>
              <a:ext cx="5053" cy="731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5053" h="7312">
                  <a:moveTo>
                    <a:pt x="0" y="0"/>
                  </a:moveTo>
                  <a:lnTo>
                    <a:pt x="4681" y="0"/>
                  </a:lnTo>
                  <a:lnTo>
                    <a:pt x="4682" y="1"/>
                  </a:lnTo>
                  <a:cubicBezTo>
                    <a:pt x="4921" y="609"/>
                    <a:pt x="5053" y="1272"/>
                    <a:pt x="5053" y="1965"/>
                  </a:cubicBezTo>
                  <a:cubicBezTo>
                    <a:pt x="5053" y="4807"/>
                    <a:pt x="2839" y="7132"/>
                    <a:pt x="42" y="7309"/>
                  </a:cubicBezTo>
                  <a:lnTo>
                    <a:pt x="0" y="7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E1F7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7" name="任意多边形 6"/>
            <p:cNvSpPr/>
            <p:nvPr userDrawn="1"/>
          </p:nvSpPr>
          <p:spPr>
            <a:xfrm>
              <a:off x="1648" y="-62"/>
              <a:ext cx="17552" cy="1086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7552" h="10862">
                  <a:moveTo>
                    <a:pt x="355" y="0"/>
                  </a:moveTo>
                  <a:lnTo>
                    <a:pt x="17552" y="0"/>
                  </a:lnTo>
                  <a:lnTo>
                    <a:pt x="17552" y="8017"/>
                  </a:lnTo>
                  <a:lnTo>
                    <a:pt x="17548" y="8024"/>
                  </a:lnTo>
                  <a:cubicBezTo>
                    <a:pt x="16775" y="9151"/>
                    <a:pt x="15768" y="10105"/>
                    <a:pt x="14598" y="10816"/>
                  </a:cubicBezTo>
                  <a:lnTo>
                    <a:pt x="14521" y="10862"/>
                  </a:lnTo>
                  <a:lnTo>
                    <a:pt x="4705" y="10862"/>
                  </a:lnTo>
                  <a:lnTo>
                    <a:pt x="4628" y="10816"/>
                  </a:lnTo>
                  <a:cubicBezTo>
                    <a:pt x="1854" y="9130"/>
                    <a:pt x="0" y="6079"/>
                    <a:pt x="0" y="2595"/>
                  </a:cubicBezTo>
                  <a:cubicBezTo>
                    <a:pt x="0" y="1724"/>
                    <a:pt x="116" y="880"/>
                    <a:pt x="333" y="78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rgbClr val="FAFAF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</p:grpSp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9110980" y="4774565"/>
            <a:ext cx="3081020" cy="208343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1" h="7336">
                <a:moveTo>
                  <a:pt x="3244" y="0"/>
                </a:moveTo>
                <a:cubicBezTo>
                  <a:pt x="7349" y="0"/>
                  <a:pt x="10696" y="3250"/>
                  <a:pt x="10850" y="7318"/>
                </a:cubicBezTo>
                <a:lnTo>
                  <a:pt x="10851" y="7336"/>
                </a:lnTo>
                <a:lnTo>
                  <a:pt x="0" y="7336"/>
                </a:lnTo>
                <a:lnTo>
                  <a:pt x="0" y="724"/>
                </a:lnTo>
                <a:lnTo>
                  <a:pt x="27" y="711"/>
                </a:lnTo>
                <a:cubicBezTo>
                  <a:pt x="1004" y="255"/>
                  <a:pt x="2094" y="0"/>
                  <a:pt x="3244" y="0"/>
                </a:cubicBezTo>
                <a:close/>
              </a:path>
            </a:pathLst>
          </a:custGeom>
          <a:solidFill>
            <a:srgbClr val="425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中宋简" panose="02010609000101010101" charset="-128"/>
            </a:endParaRPr>
          </a:p>
        </p:txBody>
      </p:sp>
      <p:sp>
        <p:nvSpPr>
          <p:cNvPr id="15" name="任意多边形 14"/>
          <p:cNvSpPr/>
          <p:nvPr userDrawn="1"/>
        </p:nvSpPr>
        <p:spPr>
          <a:xfrm>
            <a:off x="11041380" y="3794125"/>
            <a:ext cx="1150620" cy="22713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12" h="3577">
                <a:moveTo>
                  <a:pt x="1789" y="0"/>
                </a:moveTo>
                <a:lnTo>
                  <a:pt x="1812" y="0"/>
                </a:lnTo>
                <a:lnTo>
                  <a:pt x="1812" y="3577"/>
                </a:lnTo>
                <a:lnTo>
                  <a:pt x="1789" y="3577"/>
                </a:lnTo>
                <a:cubicBezTo>
                  <a:pt x="801" y="3577"/>
                  <a:pt x="0" y="2776"/>
                  <a:pt x="0" y="1789"/>
                </a:cubicBezTo>
                <a:cubicBezTo>
                  <a:pt x="0" y="801"/>
                  <a:pt x="801" y="0"/>
                  <a:pt x="1789" y="0"/>
                </a:cubicBezTo>
                <a:close/>
              </a:path>
            </a:pathLst>
          </a:custGeom>
          <a:solidFill>
            <a:srgbClr val="D0E1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中宋简" panose="02010609000101010101" charset="-128"/>
            </a:endParaRPr>
          </a:p>
        </p:txBody>
      </p:sp>
      <p:sp>
        <p:nvSpPr>
          <p:cNvPr id="16" name="任意多边形 15"/>
          <p:cNvSpPr/>
          <p:nvPr userDrawn="1"/>
        </p:nvSpPr>
        <p:spPr>
          <a:xfrm>
            <a:off x="3217545" y="0"/>
            <a:ext cx="8974455" cy="6858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4133" h="10800">
                <a:moveTo>
                  <a:pt x="733" y="0"/>
                </a:moveTo>
                <a:lnTo>
                  <a:pt x="14133" y="0"/>
                </a:lnTo>
                <a:lnTo>
                  <a:pt x="14133" y="7877"/>
                </a:lnTo>
                <a:lnTo>
                  <a:pt x="14123" y="7891"/>
                </a:lnTo>
                <a:cubicBezTo>
                  <a:pt x="13127" y="9261"/>
                  <a:pt x="11697" y="10294"/>
                  <a:pt x="10034" y="10789"/>
                </a:cubicBezTo>
                <a:lnTo>
                  <a:pt x="9996" y="10800"/>
                </a:lnTo>
                <a:lnTo>
                  <a:pt x="5614" y="10800"/>
                </a:lnTo>
                <a:lnTo>
                  <a:pt x="5576" y="10789"/>
                </a:lnTo>
                <a:cubicBezTo>
                  <a:pt x="2351" y="9830"/>
                  <a:pt x="0" y="6843"/>
                  <a:pt x="0" y="3307"/>
                </a:cubicBezTo>
                <a:cubicBezTo>
                  <a:pt x="0" y="2128"/>
                  <a:pt x="261" y="1011"/>
                  <a:pt x="729" y="9"/>
                </a:cubicBezTo>
                <a:lnTo>
                  <a:pt x="733" y="0"/>
                </a:lnTo>
                <a:close/>
              </a:path>
            </a:pathLst>
          </a:custGeom>
          <a:solidFill>
            <a:srgbClr val="FFFF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中宋简" panose="02010609000101010101" charset="-128"/>
            </a:endParaRPr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 flipH="1" flipV="1">
            <a:off x="0" y="-39370"/>
            <a:ext cx="12192000" cy="6897370"/>
            <a:chOff x="0" y="-62"/>
            <a:chExt cx="19200" cy="10862"/>
          </a:xfrm>
        </p:grpSpPr>
        <p:sp>
          <p:nvSpPr>
            <p:cNvPr id="8" name="任意多边形 7"/>
            <p:cNvSpPr/>
            <p:nvPr userDrawn="1"/>
          </p:nvSpPr>
          <p:spPr>
            <a:xfrm>
              <a:off x="0" y="3464"/>
              <a:ext cx="10851" cy="733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0851" h="7336">
                  <a:moveTo>
                    <a:pt x="3244" y="0"/>
                  </a:moveTo>
                  <a:cubicBezTo>
                    <a:pt x="7349" y="0"/>
                    <a:pt x="10696" y="3250"/>
                    <a:pt x="10850" y="7318"/>
                  </a:cubicBezTo>
                  <a:lnTo>
                    <a:pt x="10851" y="7336"/>
                  </a:lnTo>
                  <a:lnTo>
                    <a:pt x="0" y="7336"/>
                  </a:lnTo>
                  <a:lnTo>
                    <a:pt x="0" y="724"/>
                  </a:lnTo>
                  <a:lnTo>
                    <a:pt x="27" y="711"/>
                  </a:lnTo>
                  <a:cubicBezTo>
                    <a:pt x="1004" y="255"/>
                    <a:pt x="2094" y="0"/>
                    <a:pt x="3244" y="0"/>
                  </a:cubicBezTo>
                  <a:close/>
                </a:path>
              </a:pathLst>
            </a:cu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9" name="任意多边形 8"/>
            <p:cNvSpPr/>
            <p:nvPr userDrawn="1"/>
          </p:nvSpPr>
          <p:spPr>
            <a:xfrm>
              <a:off x="0" y="-62"/>
              <a:ext cx="5053" cy="731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5053" h="7312">
                  <a:moveTo>
                    <a:pt x="0" y="0"/>
                  </a:moveTo>
                  <a:lnTo>
                    <a:pt x="4681" y="0"/>
                  </a:lnTo>
                  <a:lnTo>
                    <a:pt x="4682" y="1"/>
                  </a:lnTo>
                  <a:cubicBezTo>
                    <a:pt x="4921" y="609"/>
                    <a:pt x="5053" y="1272"/>
                    <a:pt x="5053" y="1965"/>
                  </a:cubicBezTo>
                  <a:cubicBezTo>
                    <a:pt x="5053" y="4807"/>
                    <a:pt x="2839" y="7132"/>
                    <a:pt x="42" y="7309"/>
                  </a:cubicBezTo>
                  <a:lnTo>
                    <a:pt x="0" y="7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E1F7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10" name="任意多边形 9"/>
            <p:cNvSpPr/>
            <p:nvPr userDrawn="1"/>
          </p:nvSpPr>
          <p:spPr>
            <a:xfrm>
              <a:off x="1648" y="-62"/>
              <a:ext cx="17552" cy="10862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7552" h="10862">
                  <a:moveTo>
                    <a:pt x="355" y="0"/>
                  </a:moveTo>
                  <a:lnTo>
                    <a:pt x="17552" y="0"/>
                  </a:lnTo>
                  <a:lnTo>
                    <a:pt x="17552" y="8017"/>
                  </a:lnTo>
                  <a:lnTo>
                    <a:pt x="17548" y="8024"/>
                  </a:lnTo>
                  <a:cubicBezTo>
                    <a:pt x="16775" y="9151"/>
                    <a:pt x="15768" y="10105"/>
                    <a:pt x="14598" y="10816"/>
                  </a:cubicBezTo>
                  <a:lnTo>
                    <a:pt x="14521" y="10862"/>
                  </a:lnTo>
                  <a:lnTo>
                    <a:pt x="4705" y="10862"/>
                  </a:lnTo>
                  <a:lnTo>
                    <a:pt x="4628" y="10816"/>
                  </a:lnTo>
                  <a:cubicBezTo>
                    <a:pt x="1854" y="9130"/>
                    <a:pt x="0" y="6079"/>
                    <a:pt x="0" y="2595"/>
                  </a:cubicBezTo>
                  <a:cubicBezTo>
                    <a:pt x="0" y="1724"/>
                    <a:pt x="116" y="880"/>
                    <a:pt x="333" y="78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rgbClr val="FAFAF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</p:grpSp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>
            <a:grpSpLocks noChangeAspect="1"/>
          </p:cNvGrpSpPr>
          <p:nvPr userDrawn="1"/>
        </p:nvGrpSpPr>
        <p:grpSpPr>
          <a:xfrm>
            <a:off x="5179695" y="1499235"/>
            <a:ext cx="7012305" cy="5358765"/>
            <a:chOff x="5067" y="0"/>
            <a:chExt cx="14133" cy="10800"/>
          </a:xfrm>
        </p:grpSpPr>
        <p:sp>
          <p:nvSpPr>
            <p:cNvPr id="12" name="任意多边形 11"/>
            <p:cNvSpPr>
              <a:spLocks noChangeAspect="1"/>
            </p:cNvSpPr>
            <p:nvPr userDrawn="1"/>
          </p:nvSpPr>
          <p:spPr>
            <a:xfrm flipH="1">
              <a:off x="14348" y="7519"/>
              <a:ext cx="4852" cy="3281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0851" h="7336">
                  <a:moveTo>
                    <a:pt x="3244" y="0"/>
                  </a:moveTo>
                  <a:cubicBezTo>
                    <a:pt x="7349" y="0"/>
                    <a:pt x="10696" y="3250"/>
                    <a:pt x="10850" y="7318"/>
                  </a:cubicBezTo>
                  <a:lnTo>
                    <a:pt x="10851" y="7336"/>
                  </a:lnTo>
                  <a:lnTo>
                    <a:pt x="0" y="7336"/>
                  </a:lnTo>
                  <a:lnTo>
                    <a:pt x="0" y="724"/>
                  </a:lnTo>
                  <a:lnTo>
                    <a:pt x="27" y="711"/>
                  </a:lnTo>
                  <a:cubicBezTo>
                    <a:pt x="1004" y="255"/>
                    <a:pt x="2094" y="0"/>
                    <a:pt x="3244" y="0"/>
                  </a:cubicBezTo>
                  <a:close/>
                </a:path>
              </a:pathLst>
            </a:cu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15" name="任意多边形 14"/>
            <p:cNvSpPr/>
            <p:nvPr userDrawn="1"/>
          </p:nvSpPr>
          <p:spPr>
            <a:xfrm>
              <a:off x="17388" y="5975"/>
              <a:ext cx="1812" cy="3577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812" h="3577">
                  <a:moveTo>
                    <a:pt x="1789" y="0"/>
                  </a:moveTo>
                  <a:lnTo>
                    <a:pt x="1812" y="0"/>
                  </a:lnTo>
                  <a:lnTo>
                    <a:pt x="1812" y="3577"/>
                  </a:lnTo>
                  <a:lnTo>
                    <a:pt x="1789" y="3577"/>
                  </a:lnTo>
                  <a:cubicBezTo>
                    <a:pt x="801" y="3577"/>
                    <a:pt x="0" y="2776"/>
                    <a:pt x="0" y="1789"/>
                  </a:cubicBezTo>
                  <a:cubicBezTo>
                    <a:pt x="0" y="801"/>
                    <a:pt x="801" y="0"/>
                    <a:pt x="1789" y="0"/>
                  </a:cubicBezTo>
                  <a:close/>
                </a:path>
              </a:pathLst>
            </a:custGeom>
            <a:solidFill>
              <a:srgbClr val="D0E1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  <p:sp>
          <p:nvSpPr>
            <p:cNvPr id="16" name="任意多边形 15"/>
            <p:cNvSpPr/>
            <p:nvPr userDrawn="1"/>
          </p:nvSpPr>
          <p:spPr>
            <a:xfrm>
              <a:off x="5067" y="0"/>
              <a:ext cx="14133" cy="1080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4133" h="10800">
                  <a:moveTo>
                    <a:pt x="733" y="0"/>
                  </a:moveTo>
                  <a:lnTo>
                    <a:pt x="14133" y="0"/>
                  </a:lnTo>
                  <a:lnTo>
                    <a:pt x="14133" y="7877"/>
                  </a:lnTo>
                  <a:lnTo>
                    <a:pt x="14123" y="7891"/>
                  </a:lnTo>
                  <a:cubicBezTo>
                    <a:pt x="13127" y="9261"/>
                    <a:pt x="11697" y="10294"/>
                    <a:pt x="10034" y="10789"/>
                  </a:cubicBezTo>
                  <a:lnTo>
                    <a:pt x="9996" y="10800"/>
                  </a:lnTo>
                  <a:lnTo>
                    <a:pt x="5614" y="10800"/>
                  </a:lnTo>
                  <a:lnTo>
                    <a:pt x="5576" y="10789"/>
                  </a:lnTo>
                  <a:cubicBezTo>
                    <a:pt x="2351" y="9830"/>
                    <a:pt x="0" y="6843"/>
                    <a:pt x="0" y="3307"/>
                  </a:cubicBezTo>
                  <a:cubicBezTo>
                    <a:pt x="0" y="2128"/>
                    <a:pt x="261" y="1011"/>
                    <a:pt x="729" y="9"/>
                  </a:cubicBezTo>
                  <a:lnTo>
                    <a:pt x="733" y="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中宋简" panose="02010609000101010101" charset="-128"/>
              </a:endParaRPr>
            </a:p>
          </p:txBody>
        </p:sp>
      </p:grpSp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2026/3/24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2026/3/24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760FBDFE-C587-4B4C-A407-44438C67B59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汉仪中宋简" panose="02010609000101010101" charset="-128"/>
                <a:ea typeface="汉仪中宋简" panose="02010609000101010101" charset="-128"/>
                <a:cs typeface="汉仪中宋简" panose="02010609000101010101" charset="-128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中宋简" panose="02010609000101010101" charset="-128"/>
          <a:ea typeface="汉仪中宋简" panose="02010609000101010101" charset="-128"/>
          <a:cs typeface="汉仪中宋简" panose="02010609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1.jpe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4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2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4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3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7" Type="http://schemas.openxmlformats.org/officeDocument/2006/relationships/image" Target="../media/image4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5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7" Type="http://schemas.openxmlformats.org/officeDocument/2006/relationships/image" Target="../media/image5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5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image" Target="../media/image5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image" Target="../media/image6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6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7" Type="http://schemas.openxmlformats.org/officeDocument/2006/relationships/image" Target="../media/image7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7" Type="http://schemas.openxmlformats.org/officeDocument/2006/relationships/image" Target="../media/image8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7" Type="http://schemas.openxmlformats.org/officeDocument/2006/relationships/image" Target="../media/image9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7" Type="http://schemas.openxmlformats.org/officeDocument/2006/relationships/image" Target="../media/image10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8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8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7" Type="http://schemas.openxmlformats.org/officeDocument/2006/relationships/image" Target="../media/image11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95.xml"/><Relationship Id="rId7" Type="http://schemas.openxmlformats.org/officeDocument/2006/relationships/image" Target="../media/image12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7" Type="http://schemas.openxmlformats.org/officeDocument/2006/relationships/image" Target="../media/image14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0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3725545" y="1148432"/>
            <a:ext cx="84664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err="1">
                <a:solidFill>
                  <a:srgbClr val="324769"/>
                </a:solidFill>
                <a:cs typeface="+mn-ea"/>
                <a:sym typeface="+mn-lt"/>
              </a:rPr>
              <a:t>LibreCAN</a:t>
            </a:r>
            <a:r>
              <a:rPr lang="en-US" altLang="zh-CN" sz="4800" b="1" dirty="0">
                <a:solidFill>
                  <a:srgbClr val="324769"/>
                </a:solidFill>
                <a:cs typeface="+mn-ea"/>
                <a:sym typeface="+mn-lt"/>
              </a:rPr>
              <a:t>: Automated CAN Message Translator</a:t>
            </a:r>
            <a:endParaRPr lang="zh-CN" altLang="en-US" sz="4800" b="1" dirty="0">
              <a:solidFill>
                <a:srgbClr val="324769"/>
              </a:solidFill>
              <a:cs typeface="+mn-ea"/>
              <a:sym typeface="+mn-lt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114310" y="4924738"/>
            <a:ext cx="4807527" cy="371476"/>
          </a:xfrm>
          <a:prstGeom prst="roundRect">
            <a:avLst>
              <a:gd name="adj" fmla="val 50000"/>
            </a:avLst>
          </a:prstGeom>
          <a:solidFill>
            <a:srgbClr val="D0E1F7"/>
          </a:solidFill>
          <a:ln>
            <a:solidFill>
              <a:srgbClr val="425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324769"/>
                </a:solidFill>
                <a:cs typeface="+mn-ea"/>
                <a:sym typeface="+mn-lt"/>
              </a:rPr>
              <a:t>汇报人：卫子涵</a:t>
            </a:r>
            <a:endParaRPr lang="zh-CN" altLang="en-US" dirty="0">
              <a:solidFill>
                <a:srgbClr val="ACBBDB"/>
              </a:solidFill>
              <a:cs typeface="+mn-ea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 bwMode="auto">
          <a:xfrm>
            <a:off x="3153093" y="-315"/>
            <a:ext cx="1109663" cy="1131887"/>
            <a:chOff x="2666985" y="682103"/>
            <a:chExt cx="1109138" cy="1131217"/>
          </a:xfrm>
        </p:grpSpPr>
        <p:sp>
          <p:nvSpPr>
            <p:cNvPr id="45" name="矩形 44"/>
            <p:cNvSpPr/>
            <p:nvPr>
              <p:custDataLst>
                <p:tags r:id="rId2"/>
              </p:custDataLst>
            </p:nvPr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>
              <p:custDataLst>
                <p:tags r:id="rId3"/>
              </p:custDataLst>
            </p:nvPr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矩形 46"/>
            <p:cNvSpPr/>
            <p:nvPr>
              <p:custDataLst>
                <p:tags r:id="rId4"/>
              </p:custDataLst>
            </p:nvPr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8" name="圆角矩形 33">
            <a:extLst>
              <a:ext uri="{FF2B5EF4-FFF2-40B4-BE49-F238E27FC236}">
                <a16:creationId xmlns:a16="http://schemas.microsoft.com/office/drawing/2014/main" id="{F2AA5355-01CF-4E28-A3F4-40D98DE9EA27}"/>
              </a:ext>
            </a:extLst>
          </p:cNvPr>
          <p:cNvSpPr/>
          <p:nvPr/>
        </p:nvSpPr>
        <p:spPr>
          <a:xfrm>
            <a:off x="7114310" y="5607878"/>
            <a:ext cx="4807527" cy="371476"/>
          </a:xfrm>
          <a:prstGeom prst="roundRect">
            <a:avLst>
              <a:gd name="adj" fmla="val 50000"/>
            </a:avLst>
          </a:prstGeom>
          <a:solidFill>
            <a:srgbClr val="D0E1F7"/>
          </a:solidFill>
          <a:ln>
            <a:solidFill>
              <a:srgbClr val="425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324769"/>
                </a:solidFill>
                <a:cs typeface="+mn-ea"/>
                <a:sym typeface="+mn-lt"/>
              </a:rPr>
              <a:t>时间：</a:t>
            </a:r>
            <a:r>
              <a:rPr lang="en-US" altLang="zh-CN" dirty="0">
                <a:solidFill>
                  <a:srgbClr val="324769"/>
                </a:solidFill>
                <a:cs typeface="+mn-ea"/>
                <a:sym typeface="+mn-lt"/>
              </a:rPr>
              <a:t>2026.3.23</a:t>
            </a:r>
            <a:endParaRPr lang="zh-CN" altLang="en-US" dirty="0">
              <a:solidFill>
                <a:srgbClr val="ACBBDB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08"/>
    </mc:Choice>
    <mc:Fallback xmlns="">
      <p:transition spd="slow" advTm="239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63404" y="2684869"/>
            <a:ext cx="47347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324769"/>
                </a:solidFill>
                <a:cs typeface="+mn-ea"/>
                <a:sym typeface="+mn-lt"/>
              </a:rPr>
              <a:t>Authors</a:t>
            </a:r>
            <a:endParaRPr lang="zh-CN" altLang="en-US" sz="4400" b="1" dirty="0">
              <a:solidFill>
                <a:srgbClr val="324769"/>
              </a:solidFill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020" cy="1445260"/>
            <a:chOff x="909" y="4569"/>
            <a:chExt cx="2652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00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2596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1"/>
    </mc:Choice>
    <mc:Fallback xmlns="">
      <p:transition spd="slow" advTm="501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2830830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Authors</a:t>
            </a:r>
            <a:endParaRPr lang="zh-CN" altLang="en-US" sz="2800" dirty="0">
              <a:solidFill>
                <a:srgbClr val="324769"/>
              </a:solidFill>
              <a:latin typeface="Times New Roman" panose="02020603050405020304" pitchFamily="18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00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058F72B-CA8C-4132-A5D9-B286601ECF52}"/>
              </a:ext>
            </a:extLst>
          </p:cNvPr>
          <p:cNvSpPr txBox="1"/>
          <p:nvPr/>
        </p:nvSpPr>
        <p:spPr>
          <a:xfrm>
            <a:off x="374015" y="871398"/>
            <a:ext cx="10568968" cy="661719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First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Author: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Mert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D.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Pesé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克莱姆森大学计算机科学助理教授，也是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TigerSec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实验室的创始主任。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分别于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2014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年、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2015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年和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2016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年在慕尼黑工业大学获得电气工程和计算机科学学士学位，以及电气工程硕士学位。于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2022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年获得密歇根大学计算机科学与工程博士学位。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Research Interests		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Autonomous Vehicle Security &amp; Automotive Data Privacy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Trustworthy AI &amp; Generative AI for Security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Published Papers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Quantitative Evaluation of Git-Blockchain Synchronization Models for Trustworthy Software Provenance in Internet of Vehicles,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2026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Comparative Analysis of Patch Attack on VLM-Based Autonomous Driving Architectures, 2026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SLNet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: A Super-Lightweight Geometry-Adaptive Network for 3D Point Cloud Recognition, 2026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NPNet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: A Non-Parametric Network with Adaptive Gaussian-Fourier Positional Encoding for 3D Classification and Segmentation, 2026 etc.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>
              <a:spcAft>
                <a:spcPts val="1200"/>
              </a:spcAft>
            </a:pPr>
            <a:endParaRPr lang="en-US" altLang="zh-CN" sz="24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 descr="Mert D. Pesé">
            <a:extLst>
              <a:ext uri="{FF2B5EF4-FFF2-40B4-BE49-F238E27FC236}">
                <a16:creationId xmlns:a16="http://schemas.microsoft.com/office/drawing/2014/main" id="{7B299870-6C99-4B1C-9E9A-5F0F9C8B71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6" r="13057"/>
          <a:stretch/>
        </p:blipFill>
        <p:spPr bwMode="auto">
          <a:xfrm>
            <a:off x="10829119" y="805634"/>
            <a:ext cx="1362881" cy="187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034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63404" y="2684869"/>
            <a:ext cx="88398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324769"/>
                </a:solidFill>
                <a:cs typeface="+mn-ea"/>
                <a:sym typeface="+mn-lt"/>
              </a:rPr>
              <a:t>Motivation and Challenge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020" cy="1445260"/>
            <a:chOff x="909" y="4569"/>
            <a:chExt cx="2652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01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1"/>
    </mc:Choice>
    <mc:Fallback xmlns="">
      <p:transition spd="slow" advTm="501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588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Motivation and Contribution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00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03CC48-1FCA-46CD-9997-3EB0AE077AAB}"/>
              </a:ext>
            </a:extLst>
          </p:cNvPr>
          <p:cNvSpPr txBox="1"/>
          <p:nvPr/>
        </p:nvSpPr>
        <p:spPr>
          <a:xfrm>
            <a:off x="626703" y="976540"/>
            <a:ext cx="10568968" cy="540699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作为一种车载网络中的明文总线协议，无论是有线攻击还是无线攻击，最终都需要将消息注入到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总线上，然而，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注入消息存在以下几个问题：</a:t>
            </a:r>
            <a:endParaRPr lang="en-US" altLang="zh-CN" sz="2000" b="1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在特定车辆型号的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总线报文格式中，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Payload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字段语义是独特的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这意味着，研究人员必须手动对部分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总线协议进行反向工程，以获得对车辆的远程控制，这是一项重复的工程任务，且无法扩展。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这些攻击通常只能针对特定的车型或车型，因为消息语义是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OEM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专有的，甚至可能因同一车型的不同而不同。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本文的主要贡献是：</a:t>
            </a:r>
            <a:endParaRPr lang="en-US" altLang="zh-CN" sz="2000" b="1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贡献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提出了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LibreCAN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原型系统，它可以自动的翻译大多数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消息。 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贡献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对多个车辆进行了广泛的评估，证明了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LibreCAN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在准确性、覆盖范围、所需的手动工作量以及对任何车辆的可扩展性方面的效率。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740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49106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Background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02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2830830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Background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26703" y="976540"/>
            <a:ext cx="10568968" cy="41297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DBC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文件：所有记录的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数据只有在拥有该特定车辆的转换表的情况下才能解释。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因为没有单一的标准，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这些表格可以有不同的格式，最常见的格式是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DBC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DBC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文件存储了以下信息：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Message structure by type: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ID, Name, DLC, Sender</a:t>
            </a:r>
          </a:p>
          <a:p>
            <a:pPr marL="914400" lvl="1" indent="-457200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Signals located within messages: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Name, Start Bit, Length, Byte Order, Scale, Offset, Minimum/Maximum Value, Unit, Receiver</a:t>
            </a:r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帧格式：用非白色突出显示的是对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LibreCAN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来说相对重要的三个区域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苹方 中等" panose="020B0400000000000000" pitchFamily="34" charset="-122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EDFAE7-6F70-4BFE-2539-93CA13F977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1592" y="4184438"/>
            <a:ext cx="5768815" cy="259222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5" y="326688"/>
            <a:ext cx="2830830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Background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26703" y="976540"/>
            <a:ext cx="10568968" cy="126739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车内总线架构：汽车上主要使用四种总线系统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:CAN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FlexRay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LIN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MOST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MOST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用于多媒体传输，而其他总线类型主要用于控制任务，例如在动力系统领域。应用最广泛的车载网络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(IVN)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架构是中心网关架构。下图显示了车辆内总线及其互连的框架。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AF8686-25B4-D37A-A9EB-EAC08699BC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681" y="2520327"/>
            <a:ext cx="5840637" cy="39733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899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Background-Insights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10A983-37E3-D3D9-A271-0B5BDD103C7C}"/>
              </a:ext>
            </a:extLst>
          </p:cNvPr>
          <p:cNvSpPr txBox="1"/>
          <p:nvPr/>
        </p:nvSpPr>
        <p:spPr>
          <a:xfrm>
            <a:off x="626703" y="976540"/>
            <a:ext cx="10568968" cy="126739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观察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原始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数据未以人类可读的格式进行编码，并且不反映实际的传感器值。 为了获得实际的传感器值，必须首先对原始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数据进行解码。 设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rs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、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ms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、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ts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ds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分别为传感器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的原始值、比例、偏移和解码值，则可以通过以下公式找到实际值：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2F63887-5E64-456B-B5E9-F1108DFFCB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3936" y="2253247"/>
            <a:ext cx="5404128" cy="41912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6AD37FF-2CA4-462E-BA76-DE66FA5C1E03}"/>
              </a:ext>
            </a:extLst>
          </p:cNvPr>
          <p:cNvSpPr txBox="1"/>
          <p:nvPr/>
        </p:nvSpPr>
        <p:spPr>
          <a:xfrm>
            <a:off x="626703" y="2722677"/>
            <a:ext cx="10568968" cy="414190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观察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任何人都可以通过售后加密狗访问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数据，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协议在所有较新的车辆中在物理层使用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总线。它是一种请求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响应协议，在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ID 0x7E0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上发送请求并在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0x7E8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上获取响应。 例如，要获取车辆速度，连接到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端口的加密狗会发送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ID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0x7E0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、有效负载为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0x02010D5555555555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消息。 第一个字节（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0x02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）表示后面还有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个字节，第二个字节（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0x01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）对应获取实时数据的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模式，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0x0D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表示车速。 未使用的字节设置为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0x55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（“虚拟负载”）并被忽略。 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观察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理论上，通过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OBD-II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接口可以监控所有车载总线的流量。 然而，并非所有总线都由中央网关镜像，中央网关负责在总线或域之间路由 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消息。 这可以作为一种安全对策，但 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OBD-II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连接器只有 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个引脚，其中一些引脚已经分配，因此通过 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OBD-II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端口最多只能监控三个 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总线。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728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49106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System Design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03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3022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System Design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74015" y="48105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EC6866-022B-4626-B794-9F27CAAAB4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592" y="1164589"/>
            <a:ext cx="10020815" cy="52771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842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System Design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EC6866-022B-4626-B794-9F27CAAAB40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330" t="2447" r="6255" b="10088"/>
          <a:stretch/>
        </p:blipFill>
        <p:spPr>
          <a:xfrm>
            <a:off x="3507150" y="3895474"/>
            <a:ext cx="5686666" cy="296252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0" y="976540"/>
            <a:ext cx="12192000" cy="309527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LibreCAN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依赖以下三组信号作为输入：</a:t>
            </a:r>
            <a:endParaRPr lang="en-US" altLang="zh-CN" sz="2000" b="1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输入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P: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一组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IMU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传感器数据（在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Android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中称为“运动传感器”），即在记录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数据时从智能手机（通过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Torque Pro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应用程序）收集的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维加速度计和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维陀螺仪数据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(V)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输入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数据集。 它由车辆支持的所有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 PID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组成。 采样率取决于所使用的数据采集适配器和车辆。 因此，我们将数据重新采样为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1 Hz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 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输入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：我们用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OpenXC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加密狗记录的原始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数据集。 它包括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总线上广播的驾驶数据的完整轨迹，并且可通过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端口访问。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946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System Design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1" y="976540"/>
            <a:ext cx="8307305" cy="429560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0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Signal Extraction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（信号提取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数据预处理）</a:t>
            </a:r>
            <a:endParaRPr lang="en-US" altLang="zh-CN" sz="2000" b="1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报文可以包含多个信号，因此需要提取与每个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ID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相关的信号。我们在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READ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算法之上构建了信号提取机制。 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READ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使用每个位值变化的速率来确定信号边界，假设信号中的低位位更有可能比高位位更频繁地变化。 然后，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READ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将每个提取的信号标记为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计数器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循环冗余校验 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(CRC)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或基于特定信号的位更改率的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其他特征的物理值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。计数器的特点是“从最高位到最低位逐步加倍。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CRC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的特征是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flip rate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约为在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10^-1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到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图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5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提供了该阶段的算法流程图。第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阶段和第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阶段是本文对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READ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算法的增强。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823900-939E-4960-B063-E067D44D2E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7305" y="978656"/>
            <a:ext cx="3804685" cy="5087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072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System Design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1" y="976540"/>
            <a:ext cx="12192000" cy="301832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1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Kinematic-related Data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（运动学相关数据）</a:t>
            </a:r>
            <a:endParaRPr lang="en-US" altLang="zh-CN" sz="2000" b="1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此阶段的目标是将阶段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提取的信号与公开可用的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 PID (V)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以及移动传感器数据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(P)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相匹配。传感器数据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(P)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使用智能手机收集。 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表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9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描述了从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Torque Pro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收集的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 PID(V)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IMU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传感器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(P)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组成集合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。这些信号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即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S)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之间的共同点是它们是运动学的或与动力总成相关的。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协议用于捕获和诊断与动力总成相关的排放数据。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IMU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传感器用于捕捉智能手机在车辆中的运动。这些信号也存在于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总线上，因为该数据由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ECU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生成并在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ECU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之间交换，并将副本镜像到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连接器。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69C14A-6380-4B19-A266-7332543120F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5966"/>
          <a:stretch/>
        </p:blipFill>
        <p:spPr>
          <a:xfrm>
            <a:off x="1266007" y="4132357"/>
            <a:ext cx="9659983" cy="27256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337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System Design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1" y="976540"/>
            <a:ext cx="7977353" cy="381854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1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Kinematic-related Data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（运动学相关数据）</a:t>
            </a:r>
            <a:endParaRPr lang="en-US" altLang="zh-CN" sz="2000" b="1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在运行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xcorr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之前，必须对两个输入集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重新采样，使两个信号在时间上对齐。 其中一些信号彼此高度相关，因此它们可以与阶段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中提取的相同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信号相匹配。例如，发动机负载是发动机输出扭矩的缩放版本。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原因是我们在上述阶段使用的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xcorr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函数，只要时间序列相似，它就无法区分不同的物理信号。这是第一阶段的限制，将作为我们未来工作的一部分。 有关集合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中某些元素之间关系的完整摘要见右图。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08D1F0-30F9-42BE-8DCF-F98DEEC130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594" y="241103"/>
            <a:ext cx="3613336" cy="62233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138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System Design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1" y="976540"/>
            <a:ext cx="12192000" cy="188365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2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Body-related Data</a:t>
            </a: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第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阶段需要分三个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对的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数据进行过滤，最终只留下车身相关事件。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本文定义的车身相关事件如表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所示。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3C2788-61A0-4FA5-BF39-CAA8DD1094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8778" y="2612910"/>
            <a:ext cx="7594441" cy="41057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197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System Design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03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267439" y="975360"/>
            <a:ext cx="8110331" cy="269516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2</a:t>
            </a:r>
            <a:r>
              <a:rPr lang="zh-CN" altLang="en-US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Body-related Data</a:t>
            </a: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Stage1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：去除常量数据。即根据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ID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删除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payload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不变的报文。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Stage2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：与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reference state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做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diff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；若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(CAN ID, payload)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未变，则过滤。（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reference state: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保持车身什么都不做，然后记录数据）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Stage3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：删去在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1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中已被判为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powertrain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（动力总成）的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ID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1BBF87-BBD6-4718-B387-B8D6077B16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2892" y="794728"/>
            <a:ext cx="4325006" cy="56907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768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074430" y="2717482"/>
            <a:ext cx="49106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rgbClr val="324769"/>
                </a:solidFill>
                <a:latin typeface="Arial" panose="020B0604020202020204"/>
                <a:ea typeface="微软雅黑" panose="020B0503020204020204" pitchFamily="34" charset="-122"/>
                <a:cs typeface="汉仪中宋简" panose="02010609000101010101" charset="-128"/>
              </a:defRPr>
            </a:lvl1pPr>
          </a:lstStyle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Evaluation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785" y="2346960"/>
            <a:ext cx="1684655" cy="1445260"/>
            <a:chOff x="909" y="4569"/>
            <a:chExt cx="2653" cy="2276"/>
          </a:xfrm>
        </p:grpSpPr>
        <p:sp>
          <p:nvSpPr>
            <p:cNvPr id="12" name="椭圆 11"/>
            <p:cNvSpPr/>
            <p:nvPr/>
          </p:nvSpPr>
          <p:spPr>
            <a:xfrm>
              <a:off x="2306" y="4674"/>
              <a:ext cx="957" cy="957"/>
            </a:xfrm>
            <a:prstGeom prst="ellipse">
              <a:avLst/>
            </a:prstGeom>
            <a:solidFill>
              <a:srgbClr val="D0E1F7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09" y="4569"/>
              <a:ext cx="2653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dirty="0">
                  <a:solidFill>
                    <a:srgbClr val="324769"/>
                  </a:solidFill>
                  <a:cs typeface="+mn-ea"/>
                  <a:sym typeface="+mn-lt"/>
                </a:rPr>
                <a:t>04</a:t>
              </a: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530225" y="3720465"/>
            <a:ext cx="5784850" cy="0"/>
          </a:xfrm>
          <a:prstGeom prst="line">
            <a:avLst/>
          </a:prstGeom>
          <a:ln w="28575" cmpd="thickThin">
            <a:solidFill>
              <a:srgbClr val="324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8728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6"/>
    </mc:Choice>
    <mc:Fallback xmlns="">
      <p:transition spd="slow" advTm="731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04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1" y="976540"/>
            <a:ext cx="12192000" cy="316093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Evaluation Setting:</a:t>
            </a: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评估使用了四辆车，都来自同一个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OEM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车是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2017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年的豪华中型轿车，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车是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2018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年的紧凑型跨界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SUV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车是全尺寸跨界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SUV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车是全尺寸皮卡。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已经获得了所有四辆车的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DBC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文件，并将它们作为比较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LibreCAN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结果的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Bench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本文收集了两种类型的数据：一种是每辆车一小时的驾驶数据（ 用于阶段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），另一种是用于逆向工程车身相关事件的事件数据（开车门、开大灯等等）（用于阶段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）。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671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04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373711" y="885490"/>
            <a:ext cx="7871791" cy="651569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0: Signal Bounds Accuracy and Reverse-Engineering Coverage.</a:t>
            </a: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为了评估对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READ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算法提取的信号边界的实现和增强的效果，将阶段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产生的边界与从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DBC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文件中提取的两辆车的真实值边界进行了比较。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其中：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CE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Correctly Extracted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，边界正确的信号数。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TE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Total Extracted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总共抽出来的信号数。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TDBC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DBC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中总信号数。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文章分析：单独使用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CE/TE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去判断 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LibreCAN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存在一定缺陷， 原因有两点：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有些信号在采集时根本不可能被触发到，所以不会出现在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trace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里，这会降低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TE/TDBC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有些物理量在正常驾驶下只覆盖到较小取值范围，例如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RPM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、车速，导致高位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bit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没有被激活，从而边界无法和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DBC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完全一致，这会导致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CE/TE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降低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D00193-4CB1-4DDF-B296-8532087642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3001" y="2455311"/>
            <a:ext cx="3988006" cy="2180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255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04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373711" y="885490"/>
            <a:ext cx="7871791" cy="563853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1: Correlation Accuracy.</a:t>
            </a: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即评估</a:t>
            </a:r>
            <a:r>
              <a:rPr lang="en-US" altLang="zh-CN" sz="2000" dirty="0" err="1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LibreCAN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能不能把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抽出的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信号，正确匹配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OBD-II PID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和手机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IMU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的动力学信号。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用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DBC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真值边界直接跑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1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，这相当于问：如果信号边界本来就是对的，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1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的相关匹配本身准不准。（第一行）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用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自动抽出来的边界再跑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1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，这相当于问：在完整流水线下，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的边界误差会把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1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拉低多少。（第二行）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把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60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分钟轨迹裁成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25%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50%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75%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重新跑，考察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precision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怎么变。结果是：轨迹变短会让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precision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略降；作者最后给出的解释是，大约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30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分钟的驾驶数据足以让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1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达到较合理结果，建议至少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30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分钟以保证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65%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左右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precision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F4EEF2-51B1-4CA4-BE1E-4BA1EE01EB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9811" y="124087"/>
            <a:ext cx="3805179" cy="30926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06996CF-DB45-4F1B-B616-4C7C7F9513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9811" y="3429000"/>
            <a:ext cx="3638737" cy="31561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490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137160" y="186690"/>
            <a:ext cx="236855" cy="236855"/>
          </a:xfrm>
          <a:prstGeom prst="ellipse">
            <a:avLst/>
          </a:prstGeom>
          <a:solidFill>
            <a:srgbClr val="ACBBDB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3944" y="326688"/>
            <a:ext cx="343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324769"/>
                </a:solidFill>
                <a:latin typeface="Times New Roman" panose="02020603050405020304" pitchFamily="18" charset="0"/>
                <a:cs typeface="+mn-ea"/>
                <a:sym typeface="+mn-lt"/>
              </a:rPr>
              <a:t>Evaluation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010" y="198120"/>
            <a:ext cx="1003935" cy="768350"/>
            <a:chOff x="1417" y="1412"/>
            <a:chExt cx="1581" cy="1210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617" y="1426"/>
              <a:ext cx="1182" cy="1182"/>
            </a:xfrm>
            <a:prstGeom prst="ellipse">
              <a:avLst/>
            </a:prstGeom>
            <a:solidFill>
              <a:srgbClr val="425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"/>
              </p:custDataLst>
            </p:nvPr>
          </p:nvSpPr>
          <p:spPr>
            <a:xfrm>
              <a:off x="1417" y="1412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04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425600" y="167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7EA793-4E7A-4F6E-9BE2-6191CC9F59A7}"/>
              </a:ext>
            </a:extLst>
          </p:cNvPr>
          <p:cNvSpPr txBox="1"/>
          <p:nvPr/>
        </p:nvSpPr>
        <p:spPr>
          <a:xfrm>
            <a:off x="-373711" y="885490"/>
            <a:ext cx="5077959" cy="549592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Phase 2: Candidate Accuracy.</a:t>
            </a: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针对每个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body-related event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，把原始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trace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缩减成一小组“最可能与该事件相关的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ID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候选集”，然后评估这个候选集的准确度。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第一步：录一段参考片段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R0​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：发动机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点火关闭，但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accessory power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打开，而且没有人机交互。然后对每个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ID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统计其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64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个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bit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的翻转情况，算出该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CAN ID 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的平均 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bit-flip rate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。只有那些变化不频繁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​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的消息，才能进入</a:t>
            </a:r>
            <a:r>
              <a:rPr lang="en-US" altLang="zh-CN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reference state</a:t>
            </a: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  <a:p>
            <a:pPr lvl="1" indent="457200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第二步：进行三阶段过滤。</a:t>
            </a:r>
            <a:endParaRPr lang="en-US" altLang="zh-CN" sz="2000" dirty="0"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B60FF2-68C4-4769-8F85-CCEC070C64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4249" y="76468"/>
            <a:ext cx="7487751" cy="64585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142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26"/>
    </mc:Choice>
    <mc:Fallback xmlns="">
      <p:transition spd="slow" advTm="18352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3908921" y="1800795"/>
            <a:ext cx="88286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324769"/>
                </a:solidFill>
                <a:cs typeface="+mn-ea"/>
                <a:sym typeface="+mn-lt"/>
              </a:rPr>
              <a:t>Thank you</a:t>
            </a:r>
            <a:endParaRPr lang="zh-CN" altLang="en-US" sz="6000" b="1" dirty="0">
              <a:solidFill>
                <a:srgbClr val="324769"/>
              </a:solidFill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 bwMode="auto">
          <a:xfrm>
            <a:off x="5494743" y="2822807"/>
            <a:ext cx="5935980" cy="361950"/>
            <a:chOff x="4154888" y="3453573"/>
            <a:chExt cx="3846874" cy="361046"/>
          </a:xfrm>
        </p:grpSpPr>
        <p:cxnSp>
          <p:nvCxnSpPr>
            <p:cNvPr id="21" name="直接连接符 20"/>
            <p:cNvCxnSpPr/>
            <p:nvPr>
              <p:custDataLst>
                <p:tags r:id="rId2"/>
              </p:custDataLst>
            </p:nvPr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等腰三角形 21"/>
            <p:cNvSpPr/>
            <p:nvPr>
              <p:custDataLst>
                <p:tags r:id="rId3"/>
              </p:custDataLst>
            </p:nvPr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08afc54-f34b-4633-8412-67a6c1d9117b"/>
  <p:tag name="COMMONDATA" val="eyJjb3VudCI6Mi4wLCJoZGlkIjoiNmRkMTg0ODI2ZDZmMjEzNWY2MWIwMWRkMWY0MzFhOTkiLCJ1c2VyQ291bnQiOjIuMH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awvcu0p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 w="19050">
          <a:noFill/>
        </a:ln>
      </a:spPr>
      <a:bodyPr wrap="square" rtlCol="0">
        <a:spAutoFit/>
      </a:bodyPr>
      <a:lstStyle>
        <a:defPPr algn="dist">
          <a:defRPr lang="zh-CN" altLang="en-US" sz="2400">
            <a:solidFill>
              <a:schemeClr val="bg1"/>
            </a:solidFill>
            <a:latin typeface="汉仪中宋简" panose="02010609000101010101" charset="-128"/>
            <a:ea typeface="汉仪中宋简" panose="02010609000101010101" charset="-128"/>
            <a:cs typeface="汉仪中宋简" panose="02010609000101010101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wvcu0p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宋简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汉仪中宋简"/>
        <a:font script="Hebr" typeface="汉仪中宋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宋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宋简"/>
        <a:ea typeface=""/>
        <a:cs typeface=""/>
        <a:font script="Jpan" typeface="ＭＳ Ｐゴシック"/>
        <a:font script="Hang" typeface="맑은 고딕"/>
        <a:font script="Hans" typeface="汉仪中宋简"/>
        <a:font script="Hant" typeface="新細明體"/>
        <a:font script="Arab" typeface="汉仪中宋简"/>
        <a:font script="Hebr" typeface="汉仪中宋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宋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</TotalTime>
  <Words>2167</Words>
  <Application>Microsoft Office PowerPoint</Application>
  <PresentationFormat>宽屏</PresentationFormat>
  <Paragraphs>117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汉仪中宋简</vt:lpstr>
      <vt:lpstr>苹方 中等</vt:lpstr>
      <vt:lpstr>微软雅黑</vt:lpstr>
      <vt:lpstr>Arial</vt:lpstr>
      <vt:lpstr>Times New Roman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第一PPT</dc:creator>
  <cp:keywords>www.1ppt.com</cp:keywords>
  <dc:description>www.1ppt.com</dc:description>
  <cp:lastModifiedBy>YD C</cp:lastModifiedBy>
  <cp:revision>1975</cp:revision>
  <dcterms:created xsi:type="dcterms:W3CDTF">2019-06-19T02:08:00Z</dcterms:created>
  <dcterms:modified xsi:type="dcterms:W3CDTF">2026-03-24T11:15:22Z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93F97E03304C4856B2158B3182922B9A_12</vt:lpwstr>
  </property>
  <property fmtid="{D5CDD505-2E9C-101B-9397-08002B2CF9AE}" pid="3" name="KSOProductBuildVer">
    <vt:lpwstr>2052-12.1.0.24034</vt:lpwstr>
  </property>
</Properties>
</file>